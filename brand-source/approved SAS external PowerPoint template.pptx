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9E71D2-0C99-F1DA-12C2-43DF971DA043}" v="5" dt="2026-09-24T15:28:42.612"/>
    <p1510:client id="{F7E1536D-6289-A98B-E6C4-98B220971898}" v="1" dt="2026-09-24T17:06:39.6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1" i="0">
                <a:solidFill>
                  <a:srgbClr val="B9C0C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D87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rgbClr val="B9C0C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D87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rgbClr val="B9C0C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D87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rgbClr val="B9C0C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D87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D87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828820" y="9519958"/>
            <a:ext cx="1109345" cy="456565"/>
          </a:xfrm>
          <a:custGeom>
            <a:avLst/>
            <a:gdLst/>
            <a:ahLst/>
            <a:cxnLst/>
            <a:rect l="l" t="t" r="r" b="b"/>
            <a:pathLst>
              <a:path w="1109344" h="456565">
                <a:moveTo>
                  <a:pt x="304596" y="100241"/>
                </a:moveTo>
                <a:lnTo>
                  <a:pt x="283718" y="61061"/>
                </a:lnTo>
                <a:lnTo>
                  <a:pt x="251574" y="29895"/>
                </a:lnTo>
                <a:lnTo>
                  <a:pt x="210439" y="8839"/>
                </a:lnTo>
                <a:lnTo>
                  <a:pt x="162648" y="0"/>
                </a:lnTo>
                <a:lnTo>
                  <a:pt x="110502" y="5473"/>
                </a:lnTo>
                <a:lnTo>
                  <a:pt x="46355" y="40005"/>
                </a:lnTo>
                <a:lnTo>
                  <a:pt x="20929" y="69100"/>
                </a:lnTo>
                <a:lnTo>
                  <a:pt x="4368" y="104597"/>
                </a:lnTo>
                <a:lnTo>
                  <a:pt x="0" y="145351"/>
                </a:lnTo>
                <a:lnTo>
                  <a:pt x="11163" y="190233"/>
                </a:lnTo>
                <a:lnTo>
                  <a:pt x="41160" y="238125"/>
                </a:lnTo>
                <a:lnTo>
                  <a:pt x="108204" y="318731"/>
                </a:lnTo>
                <a:lnTo>
                  <a:pt x="97574" y="306374"/>
                </a:lnTo>
                <a:lnTo>
                  <a:pt x="113538" y="325602"/>
                </a:lnTo>
                <a:lnTo>
                  <a:pt x="122656" y="332752"/>
                </a:lnTo>
                <a:lnTo>
                  <a:pt x="133223" y="335330"/>
                </a:lnTo>
                <a:lnTo>
                  <a:pt x="144208" y="333552"/>
                </a:lnTo>
                <a:lnTo>
                  <a:pt x="154533" y="327621"/>
                </a:lnTo>
                <a:lnTo>
                  <a:pt x="162445" y="318541"/>
                </a:lnTo>
                <a:lnTo>
                  <a:pt x="166420" y="307949"/>
                </a:lnTo>
                <a:lnTo>
                  <a:pt x="165976" y="296938"/>
                </a:lnTo>
                <a:lnTo>
                  <a:pt x="160566" y="286588"/>
                </a:lnTo>
                <a:lnTo>
                  <a:pt x="145199" y="268185"/>
                </a:lnTo>
                <a:lnTo>
                  <a:pt x="154292" y="278739"/>
                </a:lnTo>
                <a:lnTo>
                  <a:pt x="101307" y="215277"/>
                </a:lnTo>
                <a:lnTo>
                  <a:pt x="81305" y="176479"/>
                </a:lnTo>
                <a:lnTo>
                  <a:pt x="81521" y="136893"/>
                </a:lnTo>
                <a:lnTo>
                  <a:pt x="99885" y="100076"/>
                </a:lnTo>
                <a:lnTo>
                  <a:pt x="134315" y="69583"/>
                </a:lnTo>
                <a:lnTo>
                  <a:pt x="177266" y="54343"/>
                </a:lnTo>
                <a:lnTo>
                  <a:pt x="226225" y="54495"/>
                </a:lnTo>
                <a:lnTo>
                  <a:pt x="271805" y="69850"/>
                </a:lnTo>
                <a:lnTo>
                  <a:pt x="304596" y="100241"/>
                </a:lnTo>
                <a:close/>
              </a:path>
              <a:path w="1109344" h="456565">
                <a:moveTo>
                  <a:pt x="305422" y="311188"/>
                </a:moveTo>
                <a:lnTo>
                  <a:pt x="294259" y="266306"/>
                </a:lnTo>
                <a:lnTo>
                  <a:pt x="264248" y="218440"/>
                </a:lnTo>
                <a:lnTo>
                  <a:pt x="193967" y="133921"/>
                </a:lnTo>
                <a:lnTo>
                  <a:pt x="198158" y="138811"/>
                </a:lnTo>
                <a:lnTo>
                  <a:pt x="190449" y="129527"/>
                </a:lnTo>
                <a:lnTo>
                  <a:pt x="181343" y="122389"/>
                </a:lnTo>
                <a:lnTo>
                  <a:pt x="170776" y="119811"/>
                </a:lnTo>
                <a:lnTo>
                  <a:pt x="159804" y="121577"/>
                </a:lnTo>
                <a:lnTo>
                  <a:pt x="149479" y="127495"/>
                </a:lnTo>
                <a:lnTo>
                  <a:pt x="141579" y="136588"/>
                </a:lnTo>
                <a:lnTo>
                  <a:pt x="137604" y="147180"/>
                </a:lnTo>
                <a:lnTo>
                  <a:pt x="138049" y="158191"/>
                </a:lnTo>
                <a:lnTo>
                  <a:pt x="143421" y="168516"/>
                </a:lnTo>
                <a:lnTo>
                  <a:pt x="204152" y="241287"/>
                </a:lnTo>
                <a:lnTo>
                  <a:pt x="224155" y="280098"/>
                </a:lnTo>
                <a:lnTo>
                  <a:pt x="223939" y="319684"/>
                </a:lnTo>
                <a:lnTo>
                  <a:pt x="205574" y="356501"/>
                </a:lnTo>
                <a:lnTo>
                  <a:pt x="171132" y="386981"/>
                </a:lnTo>
                <a:lnTo>
                  <a:pt x="128181" y="402221"/>
                </a:lnTo>
                <a:lnTo>
                  <a:pt x="79222" y="402069"/>
                </a:lnTo>
                <a:lnTo>
                  <a:pt x="33655" y="386715"/>
                </a:lnTo>
                <a:lnTo>
                  <a:pt x="863" y="356362"/>
                </a:lnTo>
                <a:lnTo>
                  <a:pt x="21717" y="395503"/>
                </a:lnTo>
                <a:lnTo>
                  <a:pt x="53873" y="426656"/>
                </a:lnTo>
                <a:lnTo>
                  <a:pt x="94996" y="447713"/>
                </a:lnTo>
                <a:lnTo>
                  <a:pt x="142798" y="456565"/>
                </a:lnTo>
                <a:lnTo>
                  <a:pt x="194945" y="451091"/>
                </a:lnTo>
                <a:lnTo>
                  <a:pt x="228117" y="438137"/>
                </a:lnTo>
                <a:lnTo>
                  <a:pt x="259080" y="416547"/>
                </a:lnTo>
                <a:lnTo>
                  <a:pt x="284505" y="387438"/>
                </a:lnTo>
                <a:lnTo>
                  <a:pt x="301066" y="351942"/>
                </a:lnTo>
                <a:lnTo>
                  <a:pt x="305422" y="311188"/>
                </a:lnTo>
                <a:close/>
              </a:path>
              <a:path w="1109344" h="456565">
                <a:moveTo>
                  <a:pt x="339382" y="367398"/>
                </a:moveTo>
                <a:lnTo>
                  <a:pt x="333603" y="358482"/>
                </a:lnTo>
                <a:lnTo>
                  <a:pt x="333514" y="358343"/>
                </a:lnTo>
                <a:lnTo>
                  <a:pt x="336562" y="358000"/>
                </a:lnTo>
                <a:lnTo>
                  <a:pt x="338886" y="356400"/>
                </a:lnTo>
                <a:lnTo>
                  <a:pt x="338886" y="355879"/>
                </a:lnTo>
                <a:lnTo>
                  <a:pt x="338886" y="349491"/>
                </a:lnTo>
                <a:lnTo>
                  <a:pt x="338886" y="348653"/>
                </a:lnTo>
                <a:lnTo>
                  <a:pt x="336473" y="346849"/>
                </a:lnTo>
                <a:lnTo>
                  <a:pt x="335927" y="346849"/>
                </a:lnTo>
                <a:lnTo>
                  <a:pt x="335927" y="350012"/>
                </a:lnTo>
                <a:lnTo>
                  <a:pt x="335584" y="350012"/>
                </a:lnTo>
                <a:lnTo>
                  <a:pt x="335584" y="355638"/>
                </a:lnTo>
                <a:lnTo>
                  <a:pt x="333248" y="355879"/>
                </a:lnTo>
                <a:lnTo>
                  <a:pt x="326834" y="355879"/>
                </a:lnTo>
                <a:lnTo>
                  <a:pt x="326834" y="349491"/>
                </a:lnTo>
                <a:lnTo>
                  <a:pt x="333248" y="349491"/>
                </a:lnTo>
                <a:lnTo>
                  <a:pt x="335927" y="350012"/>
                </a:lnTo>
                <a:lnTo>
                  <a:pt x="335927" y="346849"/>
                </a:lnTo>
                <a:lnTo>
                  <a:pt x="323723" y="346849"/>
                </a:lnTo>
                <a:lnTo>
                  <a:pt x="323723" y="367398"/>
                </a:lnTo>
                <a:lnTo>
                  <a:pt x="326859" y="367398"/>
                </a:lnTo>
                <a:lnTo>
                  <a:pt x="326859" y="358482"/>
                </a:lnTo>
                <a:lnTo>
                  <a:pt x="330428" y="358482"/>
                </a:lnTo>
                <a:lnTo>
                  <a:pt x="335864" y="367398"/>
                </a:lnTo>
                <a:lnTo>
                  <a:pt x="339382" y="367398"/>
                </a:lnTo>
                <a:close/>
              </a:path>
              <a:path w="1109344" h="456565">
                <a:moveTo>
                  <a:pt x="348716" y="346849"/>
                </a:moveTo>
                <a:lnTo>
                  <a:pt x="346024" y="344373"/>
                </a:lnTo>
                <a:lnTo>
                  <a:pt x="345147" y="343598"/>
                </a:lnTo>
                <a:lnTo>
                  <a:pt x="345147" y="348653"/>
                </a:lnTo>
                <a:lnTo>
                  <a:pt x="345033" y="365633"/>
                </a:lnTo>
                <a:lnTo>
                  <a:pt x="338721" y="371983"/>
                </a:lnTo>
                <a:lnTo>
                  <a:pt x="322554" y="371983"/>
                </a:lnTo>
                <a:lnTo>
                  <a:pt x="316052" y="365633"/>
                </a:lnTo>
                <a:lnTo>
                  <a:pt x="316052" y="348653"/>
                </a:lnTo>
                <a:lnTo>
                  <a:pt x="322440" y="342303"/>
                </a:lnTo>
                <a:lnTo>
                  <a:pt x="338836" y="342303"/>
                </a:lnTo>
                <a:lnTo>
                  <a:pt x="345147" y="348653"/>
                </a:lnTo>
                <a:lnTo>
                  <a:pt x="345147" y="343598"/>
                </a:lnTo>
                <a:lnTo>
                  <a:pt x="343687" y="342303"/>
                </a:lnTo>
                <a:lnTo>
                  <a:pt x="340347" y="339318"/>
                </a:lnTo>
                <a:lnTo>
                  <a:pt x="330631" y="339318"/>
                </a:lnTo>
                <a:lnTo>
                  <a:pt x="323684" y="340664"/>
                </a:lnTo>
                <a:lnTo>
                  <a:pt x="317893" y="344373"/>
                </a:lnTo>
                <a:lnTo>
                  <a:pt x="313918" y="350012"/>
                </a:lnTo>
                <a:lnTo>
                  <a:pt x="312445" y="357085"/>
                </a:lnTo>
                <a:lnTo>
                  <a:pt x="313905" y="364185"/>
                </a:lnTo>
                <a:lnTo>
                  <a:pt x="317855" y="369824"/>
                </a:lnTo>
                <a:lnTo>
                  <a:pt x="323646" y="373557"/>
                </a:lnTo>
                <a:lnTo>
                  <a:pt x="330631" y="374904"/>
                </a:lnTo>
                <a:lnTo>
                  <a:pt x="340347" y="374904"/>
                </a:lnTo>
                <a:lnTo>
                  <a:pt x="343598" y="371983"/>
                </a:lnTo>
                <a:lnTo>
                  <a:pt x="348716" y="367398"/>
                </a:lnTo>
                <a:lnTo>
                  <a:pt x="348716" y="346849"/>
                </a:lnTo>
                <a:close/>
              </a:path>
              <a:path w="1109344" h="456565">
                <a:moveTo>
                  <a:pt x="586105" y="269824"/>
                </a:moveTo>
                <a:lnTo>
                  <a:pt x="557453" y="209245"/>
                </a:lnTo>
                <a:lnTo>
                  <a:pt x="494080" y="184111"/>
                </a:lnTo>
                <a:lnTo>
                  <a:pt x="461543" y="176263"/>
                </a:lnTo>
                <a:lnTo>
                  <a:pt x="431914" y="167093"/>
                </a:lnTo>
                <a:lnTo>
                  <a:pt x="410362" y="153314"/>
                </a:lnTo>
                <a:lnTo>
                  <a:pt x="402018" y="131673"/>
                </a:lnTo>
                <a:lnTo>
                  <a:pt x="407479" y="112852"/>
                </a:lnTo>
                <a:lnTo>
                  <a:pt x="421551" y="101028"/>
                </a:lnTo>
                <a:lnTo>
                  <a:pt x="440842" y="94894"/>
                </a:lnTo>
                <a:lnTo>
                  <a:pt x="461924" y="93141"/>
                </a:lnTo>
                <a:lnTo>
                  <a:pt x="484568" y="95669"/>
                </a:lnTo>
                <a:lnTo>
                  <a:pt x="504837" y="104089"/>
                </a:lnTo>
                <a:lnTo>
                  <a:pt x="520001" y="119735"/>
                </a:lnTo>
                <a:lnTo>
                  <a:pt x="527304" y="143916"/>
                </a:lnTo>
                <a:lnTo>
                  <a:pt x="573608" y="143916"/>
                </a:lnTo>
                <a:lnTo>
                  <a:pt x="562686" y="98145"/>
                </a:lnTo>
                <a:lnTo>
                  <a:pt x="537718" y="69100"/>
                </a:lnTo>
                <a:lnTo>
                  <a:pt x="501827" y="53848"/>
                </a:lnTo>
                <a:lnTo>
                  <a:pt x="458127" y="49415"/>
                </a:lnTo>
                <a:lnTo>
                  <a:pt x="421030" y="54279"/>
                </a:lnTo>
                <a:lnTo>
                  <a:pt x="387197" y="69519"/>
                </a:lnTo>
                <a:lnTo>
                  <a:pt x="362546" y="96139"/>
                </a:lnTo>
                <a:lnTo>
                  <a:pt x="353021" y="135115"/>
                </a:lnTo>
                <a:lnTo>
                  <a:pt x="360972" y="171221"/>
                </a:lnTo>
                <a:lnTo>
                  <a:pt x="381889" y="195199"/>
                </a:lnTo>
                <a:lnTo>
                  <a:pt x="411378" y="210426"/>
                </a:lnTo>
                <a:lnTo>
                  <a:pt x="445046" y="220281"/>
                </a:lnTo>
                <a:lnTo>
                  <a:pt x="478955" y="228371"/>
                </a:lnTo>
                <a:lnTo>
                  <a:pt x="508431" y="238213"/>
                </a:lnTo>
                <a:lnTo>
                  <a:pt x="529221" y="253085"/>
                </a:lnTo>
                <a:lnTo>
                  <a:pt x="537095" y="276275"/>
                </a:lnTo>
                <a:lnTo>
                  <a:pt x="530517" y="299288"/>
                </a:lnTo>
                <a:lnTo>
                  <a:pt x="513880" y="312940"/>
                </a:lnTo>
                <a:lnTo>
                  <a:pt x="491820" y="319481"/>
                </a:lnTo>
                <a:lnTo>
                  <a:pt x="468998" y="321157"/>
                </a:lnTo>
                <a:lnTo>
                  <a:pt x="441325" y="318274"/>
                </a:lnTo>
                <a:lnTo>
                  <a:pt x="417474" y="308610"/>
                </a:lnTo>
                <a:lnTo>
                  <a:pt x="400469" y="290639"/>
                </a:lnTo>
                <a:lnTo>
                  <a:pt x="393306" y="262839"/>
                </a:lnTo>
                <a:lnTo>
                  <a:pt x="347027" y="262839"/>
                </a:lnTo>
                <a:lnTo>
                  <a:pt x="357924" y="310261"/>
                </a:lnTo>
                <a:lnTo>
                  <a:pt x="383971" y="341833"/>
                </a:lnTo>
                <a:lnTo>
                  <a:pt x="421373" y="359410"/>
                </a:lnTo>
                <a:lnTo>
                  <a:pt x="466293" y="364871"/>
                </a:lnTo>
                <a:lnTo>
                  <a:pt x="509143" y="360108"/>
                </a:lnTo>
                <a:lnTo>
                  <a:pt x="547649" y="344246"/>
                </a:lnTo>
                <a:lnTo>
                  <a:pt x="575424" y="314947"/>
                </a:lnTo>
                <a:lnTo>
                  <a:pt x="586105" y="269824"/>
                </a:lnTo>
                <a:close/>
              </a:path>
              <a:path w="1109344" h="456565">
                <a:moveTo>
                  <a:pt x="859586" y="318211"/>
                </a:moveTo>
                <a:lnTo>
                  <a:pt x="857846" y="318871"/>
                </a:lnTo>
                <a:lnTo>
                  <a:pt x="853541" y="320535"/>
                </a:lnTo>
                <a:lnTo>
                  <a:pt x="849185" y="321132"/>
                </a:lnTo>
                <a:lnTo>
                  <a:pt x="845375" y="321132"/>
                </a:lnTo>
                <a:lnTo>
                  <a:pt x="836866" y="319125"/>
                </a:lnTo>
                <a:lnTo>
                  <a:pt x="836218" y="318211"/>
                </a:lnTo>
                <a:lnTo>
                  <a:pt x="832510" y="312966"/>
                </a:lnTo>
                <a:lnTo>
                  <a:pt x="830897" y="302437"/>
                </a:lnTo>
                <a:lnTo>
                  <a:pt x="830668" y="287312"/>
                </a:lnTo>
                <a:lnTo>
                  <a:pt x="830668" y="202196"/>
                </a:lnTo>
                <a:lnTo>
                  <a:pt x="830668" y="132194"/>
                </a:lnTo>
                <a:lnTo>
                  <a:pt x="822083" y="93091"/>
                </a:lnTo>
                <a:lnTo>
                  <a:pt x="796848" y="64312"/>
                </a:lnTo>
                <a:lnTo>
                  <a:pt x="725043" y="49352"/>
                </a:lnTo>
                <a:lnTo>
                  <a:pt x="680351" y="54622"/>
                </a:lnTo>
                <a:lnTo>
                  <a:pt x="642924" y="71793"/>
                </a:lnTo>
                <a:lnTo>
                  <a:pt x="616724" y="102971"/>
                </a:lnTo>
                <a:lnTo>
                  <a:pt x="605751" y="150215"/>
                </a:lnTo>
                <a:lnTo>
                  <a:pt x="652018" y="150215"/>
                </a:lnTo>
                <a:lnTo>
                  <a:pt x="658418" y="122605"/>
                </a:lnTo>
                <a:lnTo>
                  <a:pt x="673290" y="105054"/>
                </a:lnTo>
                <a:lnTo>
                  <a:pt x="695096" y="95783"/>
                </a:lnTo>
                <a:lnTo>
                  <a:pt x="722312" y="93091"/>
                </a:lnTo>
                <a:lnTo>
                  <a:pt x="744512" y="94856"/>
                </a:lnTo>
                <a:lnTo>
                  <a:pt x="764667" y="101981"/>
                </a:lnTo>
                <a:lnTo>
                  <a:pt x="779297" y="117208"/>
                </a:lnTo>
                <a:lnTo>
                  <a:pt x="784948" y="143243"/>
                </a:lnTo>
                <a:lnTo>
                  <a:pt x="784364" y="144881"/>
                </a:lnTo>
                <a:lnTo>
                  <a:pt x="784364" y="202196"/>
                </a:lnTo>
                <a:lnTo>
                  <a:pt x="784364" y="252907"/>
                </a:lnTo>
                <a:lnTo>
                  <a:pt x="779500" y="275120"/>
                </a:lnTo>
                <a:lnTo>
                  <a:pt x="764209" y="297294"/>
                </a:lnTo>
                <a:lnTo>
                  <a:pt x="737489" y="314325"/>
                </a:lnTo>
                <a:lnTo>
                  <a:pt x="698296" y="321132"/>
                </a:lnTo>
                <a:lnTo>
                  <a:pt x="678459" y="318871"/>
                </a:lnTo>
                <a:lnTo>
                  <a:pt x="678014" y="318871"/>
                </a:lnTo>
                <a:lnTo>
                  <a:pt x="660463" y="311213"/>
                </a:lnTo>
                <a:lnTo>
                  <a:pt x="648385" y="297522"/>
                </a:lnTo>
                <a:lnTo>
                  <a:pt x="643851" y="276834"/>
                </a:lnTo>
                <a:lnTo>
                  <a:pt x="648411" y="253669"/>
                </a:lnTo>
                <a:lnTo>
                  <a:pt x="660742" y="238125"/>
                </a:lnTo>
                <a:lnTo>
                  <a:pt x="678776" y="228371"/>
                </a:lnTo>
                <a:lnTo>
                  <a:pt x="700506" y="222605"/>
                </a:lnTo>
                <a:lnTo>
                  <a:pt x="747356" y="215455"/>
                </a:lnTo>
                <a:lnTo>
                  <a:pt x="768057" y="210464"/>
                </a:lnTo>
                <a:lnTo>
                  <a:pt x="784364" y="202196"/>
                </a:lnTo>
                <a:lnTo>
                  <a:pt x="784364" y="144881"/>
                </a:lnTo>
                <a:lnTo>
                  <a:pt x="777341" y="164439"/>
                </a:lnTo>
                <a:lnTo>
                  <a:pt x="756767" y="175463"/>
                </a:lnTo>
                <a:lnTo>
                  <a:pt x="726605" y="181457"/>
                </a:lnTo>
                <a:lnTo>
                  <a:pt x="690194" y="187579"/>
                </a:lnTo>
                <a:lnTo>
                  <a:pt x="655091" y="196646"/>
                </a:lnTo>
                <a:lnTo>
                  <a:pt x="624586" y="212051"/>
                </a:lnTo>
                <a:lnTo>
                  <a:pt x="603059" y="238417"/>
                </a:lnTo>
                <a:lnTo>
                  <a:pt x="594906" y="280301"/>
                </a:lnTo>
                <a:lnTo>
                  <a:pt x="602132" y="318211"/>
                </a:lnTo>
                <a:lnTo>
                  <a:pt x="602259" y="318871"/>
                </a:lnTo>
                <a:lnTo>
                  <a:pt x="622261" y="345122"/>
                </a:lnTo>
                <a:lnTo>
                  <a:pt x="652056" y="360197"/>
                </a:lnTo>
                <a:lnTo>
                  <a:pt x="652564" y="360197"/>
                </a:lnTo>
                <a:lnTo>
                  <a:pt x="688009" y="364871"/>
                </a:lnTo>
                <a:lnTo>
                  <a:pt x="715581" y="362165"/>
                </a:lnTo>
                <a:lnTo>
                  <a:pt x="716165" y="362165"/>
                </a:lnTo>
                <a:lnTo>
                  <a:pt x="742657" y="353568"/>
                </a:lnTo>
                <a:lnTo>
                  <a:pt x="766343" y="339026"/>
                </a:lnTo>
                <a:lnTo>
                  <a:pt x="784212" y="321132"/>
                </a:lnTo>
                <a:lnTo>
                  <a:pt x="787120" y="318211"/>
                </a:lnTo>
                <a:lnTo>
                  <a:pt x="789851" y="339026"/>
                </a:lnTo>
                <a:lnTo>
                  <a:pt x="789889" y="339280"/>
                </a:lnTo>
                <a:lnTo>
                  <a:pt x="797648" y="353568"/>
                </a:lnTo>
                <a:lnTo>
                  <a:pt x="797763" y="353783"/>
                </a:lnTo>
                <a:lnTo>
                  <a:pt x="810145" y="362165"/>
                </a:lnTo>
                <a:lnTo>
                  <a:pt x="826389" y="364871"/>
                </a:lnTo>
                <a:lnTo>
                  <a:pt x="836625" y="364324"/>
                </a:lnTo>
                <a:lnTo>
                  <a:pt x="845426" y="362750"/>
                </a:lnTo>
                <a:lnTo>
                  <a:pt x="853020" y="360197"/>
                </a:lnTo>
                <a:lnTo>
                  <a:pt x="859586" y="356704"/>
                </a:lnTo>
                <a:lnTo>
                  <a:pt x="859586" y="321132"/>
                </a:lnTo>
                <a:lnTo>
                  <a:pt x="859586" y="318211"/>
                </a:lnTo>
                <a:close/>
              </a:path>
              <a:path w="1109344" h="456565">
                <a:moveTo>
                  <a:pt x="1095286" y="269824"/>
                </a:moveTo>
                <a:lnTo>
                  <a:pt x="1066622" y="209245"/>
                </a:lnTo>
                <a:lnTo>
                  <a:pt x="1003261" y="184111"/>
                </a:lnTo>
                <a:lnTo>
                  <a:pt x="970737" y="176263"/>
                </a:lnTo>
                <a:lnTo>
                  <a:pt x="941108" y="167093"/>
                </a:lnTo>
                <a:lnTo>
                  <a:pt x="919543" y="153314"/>
                </a:lnTo>
                <a:lnTo>
                  <a:pt x="911212" y="131673"/>
                </a:lnTo>
                <a:lnTo>
                  <a:pt x="916660" y="112852"/>
                </a:lnTo>
                <a:lnTo>
                  <a:pt x="930757" y="101028"/>
                </a:lnTo>
                <a:lnTo>
                  <a:pt x="950061" y="94894"/>
                </a:lnTo>
                <a:lnTo>
                  <a:pt x="971143" y="93141"/>
                </a:lnTo>
                <a:lnTo>
                  <a:pt x="993762" y="95669"/>
                </a:lnTo>
                <a:lnTo>
                  <a:pt x="1014031" y="104089"/>
                </a:lnTo>
                <a:lnTo>
                  <a:pt x="1029208" y="119735"/>
                </a:lnTo>
                <a:lnTo>
                  <a:pt x="1036510" y="143916"/>
                </a:lnTo>
                <a:lnTo>
                  <a:pt x="1082814" y="143916"/>
                </a:lnTo>
                <a:lnTo>
                  <a:pt x="1071892" y="98145"/>
                </a:lnTo>
                <a:lnTo>
                  <a:pt x="1046924" y="69100"/>
                </a:lnTo>
                <a:lnTo>
                  <a:pt x="1011034" y="53848"/>
                </a:lnTo>
                <a:lnTo>
                  <a:pt x="967333" y="49415"/>
                </a:lnTo>
                <a:lnTo>
                  <a:pt x="930211" y="54279"/>
                </a:lnTo>
                <a:lnTo>
                  <a:pt x="896366" y="69519"/>
                </a:lnTo>
                <a:lnTo>
                  <a:pt x="871728" y="96139"/>
                </a:lnTo>
                <a:lnTo>
                  <a:pt x="862203" y="135115"/>
                </a:lnTo>
                <a:lnTo>
                  <a:pt x="870153" y="171221"/>
                </a:lnTo>
                <a:lnTo>
                  <a:pt x="891057" y="195199"/>
                </a:lnTo>
                <a:lnTo>
                  <a:pt x="920546" y="210426"/>
                </a:lnTo>
                <a:lnTo>
                  <a:pt x="954227" y="220281"/>
                </a:lnTo>
                <a:lnTo>
                  <a:pt x="988148" y="228371"/>
                </a:lnTo>
                <a:lnTo>
                  <a:pt x="1017612" y="238213"/>
                </a:lnTo>
                <a:lnTo>
                  <a:pt x="1038402" y="253085"/>
                </a:lnTo>
                <a:lnTo>
                  <a:pt x="1046276" y="276275"/>
                </a:lnTo>
                <a:lnTo>
                  <a:pt x="1039698" y="299288"/>
                </a:lnTo>
                <a:lnTo>
                  <a:pt x="1023048" y="312940"/>
                </a:lnTo>
                <a:lnTo>
                  <a:pt x="1001001" y="319481"/>
                </a:lnTo>
                <a:lnTo>
                  <a:pt x="978179" y="321157"/>
                </a:lnTo>
                <a:lnTo>
                  <a:pt x="950493" y="318274"/>
                </a:lnTo>
                <a:lnTo>
                  <a:pt x="926630" y="308610"/>
                </a:lnTo>
                <a:lnTo>
                  <a:pt x="909624" y="290639"/>
                </a:lnTo>
                <a:lnTo>
                  <a:pt x="902512" y="262839"/>
                </a:lnTo>
                <a:lnTo>
                  <a:pt x="856183" y="262839"/>
                </a:lnTo>
                <a:lnTo>
                  <a:pt x="867079" y="310261"/>
                </a:lnTo>
                <a:lnTo>
                  <a:pt x="893152" y="341833"/>
                </a:lnTo>
                <a:lnTo>
                  <a:pt x="930554" y="359410"/>
                </a:lnTo>
                <a:lnTo>
                  <a:pt x="975474" y="364871"/>
                </a:lnTo>
                <a:lnTo>
                  <a:pt x="1018311" y="360108"/>
                </a:lnTo>
                <a:lnTo>
                  <a:pt x="1056817" y="344246"/>
                </a:lnTo>
                <a:lnTo>
                  <a:pt x="1084605" y="314947"/>
                </a:lnTo>
                <a:lnTo>
                  <a:pt x="1095286" y="269824"/>
                </a:lnTo>
                <a:close/>
              </a:path>
              <a:path w="1109344" h="456565">
                <a:moveTo>
                  <a:pt x="1099591" y="367398"/>
                </a:moveTo>
                <a:lnTo>
                  <a:pt x="1093812" y="358482"/>
                </a:lnTo>
                <a:lnTo>
                  <a:pt x="1093711" y="358343"/>
                </a:lnTo>
                <a:lnTo>
                  <a:pt x="1096733" y="358000"/>
                </a:lnTo>
                <a:lnTo>
                  <a:pt x="1099096" y="356400"/>
                </a:lnTo>
                <a:lnTo>
                  <a:pt x="1099096" y="355879"/>
                </a:lnTo>
                <a:lnTo>
                  <a:pt x="1099096" y="349491"/>
                </a:lnTo>
                <a:lnTo>
                  <a:pt x="1099096" y="348653"/>
                </a:lnTo>
                <a:lnTo>
                  <a:pt x="1096683" y="346849"/>
                </a:lnTo>
                <a:lnTo>
                  <a:pt x="1096137" y="346849"/>
                </a:lnTo>
                <a:lnTo>
                  <a:pt x="1096137" y="350012"/>
                </a:lnTo>
                <a:lnTo>
                  <a:pt x="1095781" y="350012"/>
                </a:lnTo>
                <a:lnTo>
                  <a:pt x="1095781" y="355638"/>
                </a:lnTo>
                <a:lnTo>
                  <a:pt x="1093431" y="355879"/>
                </a:lnTo>
                <a:lnTo>
                  <a:pt x="1087031" y="355879"/>
                </a:lnTo>
                <a:lnTo>
                  <a:pt x="1087031" y="349491"/>
                </a:lnTo>
                <a:lnTo>
                  <a:pt x="1093431" y="349491"/>
                </a:lnTo>
                <a:lnTo>
                  <a:pt x="1096137" y="350012"/>
                </a:lnTo>
                <a:lnTo>
                  <a:pt x="1096137" y="346849"/>
                </a:lnTo>
                <a:lnTo>
                  <a:pt x="1083919" y="346849"/>
                </a:lnTo>
                <a:lnTo>
                  <a:pt x="1083919" y="367398"/>
                </a:lnTo>
                <a:lnTo>
                  <a:pt x="1087031" y="367398"/>
                </a:lnTo>
                <a:lnTo>
                  <a:pt x="1087031" y="358482"/>
                </a:lnTo>
                <a:lnTo>
                  <a:pt x="1090612" y="358482"/>
                </a:lnTo>
                <a:lnTo>
                  <a:pt x="1096048" y="367398"/>
                </a:lnTo>
                <a:lnTo>
                  <a:pt x="1099591" y="367398"/>
                </a:lnTo>
                <a:close/>
              </a:path>
              <a:path w="1109344" h="456565">
                <a:moveTo>
                  <a:pt x="1108913" y="346849"/>
                </a:moveTo>
                <a:lnTo>
                  <a:pt x="1106220" y="344373"/>
                </a:lnTo>
                <a:lnTo>
                  <a:pt x="1105281" y="343547"/>
                </a:lnTo>
                <a:lnTo>
                  <a:pt x="1105281" y="348653"/>
                </a:lnTo>
                <a:lnTo>
                  <a:pt x="1105179" y="365633"/>
                </a:lnTo>
                <a:lnTo>
                  <a:pt x="1098892" y="371983"/>
                </a:lnTo>
                <a:lnTo>
                  <a:pt x="1082763" y="371983"/>
                </a:lnTo>
                <a:lnTo>
                  <a:pt x="1076248" y="365633"/>
                </a:lnTo>
                <a:lnTo>
                  <a:pt x="1076248" y="348653"/>
                </a:lnTo>
                <a:lnTo>
                  <a:pt x="1082636" y="342303"/>
                </a:lnTo>
                <a:lnTo>
                  <a:pt x="1099007" y="342303"/>
                </a:lnTo>
                <a:lnTo>
                  <a:pt x="1105281" y="348653"/>
                </a:lnTo>
                <a:lnTo>
                  <a:pt x="1105281" y="343547"/>
                </a:lnTo>
                <a:lnTo>
                  <a:pt x="1103896" y="342303"/>
                </a:lnTo>
                <a:lnTo>
                  <a:pt x="1100543" y="339318"/>
                </a:lnTo>
                <a:lnTo>
                  <a:pt x="1090815" y="339318"/>
                </a:lnTo>
                <a:lnTo>
                  <a:pt x="1083868" y="340664"/>
                </a:lnTo>
                <a:lnTo>
                  <a:pt x="1078077" y="344373"/>
                </a:lnTo>
                <a:lnTo>
                  <a:pt x="1074089" y="350012"/>
                </a:lnTo>
                <a:lnTo>
                  <a:pt x="1072616" y="357085"/>
                </a:lnTo>
                <a:lnTo>
                  <a:pt x="1074077" y="364185"/>
                </a:lnTo>
                <a:lnTo>
                  <a:pt x="1078026" y="369824"/>
                </a:lnTo>
                <a:lnTo>
                  <a:pt x="1083818" y="373557"/>
                </a:lnTo>
                <a:lnTo>
                  <a:pt x="1090815" y="374904"/>
                </a:lnTo>
                <a:lnTo>
                  <a:pt x="1100543" y="374904"/>
                </a:lnTo>
                <a:lnTo>
                  <a:pt x="1103807" y="371983"/>
                </a:lnTo>
                <a:lnTo>
                  <a:pt x="1108913" y="367398"/>
                </a:lnTo>
                <a:lnTo>
                  <a:pt x="1108913" y="346849"/>
                </a:lnTo>
                <a:close/>
              </a:path>
            </a:pathLst>
          </a:custGeom>
          <a:solidFill>
            <a:srgbClr val="0766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139" y="518540"/>
            <a:ext cx="14924405" cy="1823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1" i="0">
                <a:solidFill>
                  <a:srgbClr val="B9C0C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9723" y="2585085"/>
            <a:ext cx="10943590" cy="2349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39723" y="9890411"/>
            <a:ext cx="3452495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D87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as.service-now.com/kb?sys_kb_id=2b4c861dc3c2a2d47e7de7deb0013170&amp;id=kb_article_view&amp;sysparm_rank=1&amp;sysparm_tsqueryId=a2677ce8836eeed8151738dfeeaad3e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24" y="-786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766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68410" y="8389366"/>
            <a:ext cx="1734185" cy="732155"/>
          </a:xfrm>
          <a:custGeom>
            <a:avLst/>
            <a:gdLst/>
            <a:ahLst/>
            <a:cxnLst/>
            <a:rect l="l" t="t" r="r" b="b"/>
            <a:pathLst>
              <a:path w="1734184" h="732154">
                <a:moveTo>
                  <a:pt x="553732" y="511429"/>
                </a:moveTo>
                <a:lnTo>
                  <a:pt x="547535" y="459130"/>
                </a:lnTo>
                <a:lnTo>
                  <a:pt x="530186" y="417322"/>
                </a:lnTo>
                <a:lnTo>
                  <a:pt x="503504" y="384492"/>
                </a:lnTo>
                <a:lnTo>
                  <a:pt x="469353" y="359117"/>
                </a:lnTo>
                <a:lnTo>
                  <a:pt x="429577" y="339686"/>
                </a:lnTo>
                <a:lnTo>
                  <a:pt x="386003" y="324688"/>
                </a:lnTo>
                <a:lnTo>
                  <a:pt x="340474" y="312623"/>
                </a:lnTo>
                <a:lnTo>
                  <a:pt x="290042" y="300355"/>
                </a:lnTo>
                <a:lnTo>
                  <a:pt x="240868" y="287947"/>
                </a:lnTo>
                <a:lnTo>
                  <a:pt x="196456" y="273088"/>
                </a:lnTo>
                <a:lnTo>
                  <a:pt x="160350" y="253504"/>
                </a:lnTo>
                <a:lnTo>
                  <a:pt x="136105" y="226860"/>
                </a:lnTo>
                <a:lnTo>
                  <a:pt x="127241" y="190881"/>
                </a:lnTo>
                <a:lnTo>
                  <a:pt x="139877" y="147447"/>
                </a:lnTo>
                <a:lnTo>
                  <a:pt x="172516" y="120027"/>
                </a:lnTo>
                <a:lnTo>
                  <a:pt x="217233" y="105702"/>
                </a:lnTo>
                <a:lnTo>
                  <a:pt x="266077" y="101561"/>
                </a:lnTo>
                <a:lnTo>
                  <a:pt x="308292" y="105283"/>
                </a:lnTo>
                <a:lnTo>
                  <a:pt x="347789" y="117424"/>
                </a:lnTo>
                <a:lnTo>
                  <a:pt x="381266" y="139522"/>
                </a:lnTo>
                <a:lnTo>
                  <a:pt x="405485" y="173113"/>
                </a:lnTo>
                <a:lnTo>
                  <a:pt x="417182" y="219697"/>
                </a:lnTo>
                <a:lnTo>
                  <a:pt x="524827" y="219697"/>
                </a:lnTo>
                <a:lnTo>
                  <a:pt x="517931" y="167208"/>
                </a:lnTo>
                <a:lnTo>
                  <a:pt x="503885" y="123126"/>
                </a:lnTo>
                <a:lnTo>
                  <a:pt x="483311" y="86868"/>
                </a:lnTo>
                <a:lnTo>
                  <a:pt x="456831" y="57823"/>
                </a:lnTo>
                <a:lnTo>
                  <a:pt x="425056" y="35407"/>
                </a:lnTo>
                <a:lnTo>
                  <a:pt x="388607" y="19024"/>
                </a:lnTo>
                <a:lnTo>
                  <a:pt x="348094" y="8051"/>
                </a:lnTo>
                <a:lnTo>
                  <a:pt x="304165" y="1917"/>
                </a:lnTo>
                <a:lnTo>
                  <a:pt x="257403" y="0"/>
                </a:lnTo>
                <a:lnTo>
                  <a:pt x="214134" y="2781"/>
                </a:lnTo>
                <a:lnTo>
                  <a:pt x="171132" y="11315"/>
                </a:lnTo>
                <a:lnTo>
                  <a:pt x="130098" y="25869"/>
                </a:lnTo>
                <a:lnTo>
                  <a:pt x="92722" y="46723"/>
                </a:lnTo>
                <a:lnTo>
                  <a:pt x="60706" y="74180"/>
                </a:lnTo>
                <a:lnTo>
                  <a:pt x="35737" y="108483"/>
                </a:lnTo>
                <a:lnTo>
                  <a:pt x="19519" y="149936"/>
                </a:lnTo>
                <a:lnTo>
                  <a:pt x="13741" y="198805"/>
                </a:lnTo>
                <a:lnTo>
                  <a:pt x="19977" y="250596"/>
                </a:lnTo>
                <a:lnTo>
                  <a:pt x="37426" y="292112"/>
                </a:lnTo>
                <a:lnTo>
                  <a:pt x="64211" y="324802"/>
                </a:lnTo>
                <a:lnTo>
                  <a:pt x="98463" y="350100"/>
                </a:lnTo>
                <a:lnTo>
                  <a:pt x="138264" y="369455"/>
                </a:lnTo>
                <a:lnTo>
                  <a:pt x="181762" y="384340"/>
                </a:lnTo>
                <a:lnTo>
                  <a:pt x="227050" y="396176"/>
                </a:lnTo>
                <a:lnTo>
                  <a:pt x="279984" y="408635"/>
                </a:lnTo>
                <a:lnTo>
                  <a:pt x="329882" y="421652"/>
                </a:lnTo>
                <a:lnTo>
                  <a:pt x="373799" y="437591"/>
                </a:lnTo>
                <a:lnTo>
                  <a:pt x="408787" y="458812"/>
                </a:lnTo>
                <a:lnTo>
                  <a:pt x="431939" y="487680"/>
                </a:lnTo>
                <a:lnTo>
                  <a:pt x="440309" y="526554"/>
                </a:lnTo>
                <a:lnTo>
                  <a:pt x="430288" y="571093"/>
                </a:lnTo>
                <a:lnTo>
                  <a:pt x="403923" y="601027"/>
                </a:lnTo>
                <a:lnTo>
                  <a:pt x="366725" y="619074"/>
                </a:lnTo>
                <a:lnTo>
                  <a:pt x="324243" y="627926"/>
                </a:lnTo>
                <a:lnTo>
                  <a:pt x="281978" y="630275"/>
                </a:lnTo>
                <a:lnTo>
                  <a:pt x="238620" y="627405"/>
                </a:lnTo>
                <a:lnTo>
                  <a:pt x="198183" y="618058"/>
                </a:lnTo>
                <a:lnTo>
                  <a:pt x="162737" y="601192"/>
                </a:lnTo>
                <a:lnTo>
                  <a:pt x="134353" y="575754"/>
                </a:lnTo>
                <a:lnTo>
                  <a:pt x="115087" y="540651"/>
                </a:lnTo>
                <a:lnTo>
                  <a:pt x="106997" y="494855"/>
                </a:lnTo>
                <a:lnTo>
                  <a:pt x="0" y="494855"/>
                </a:lnTo>
                <a:lnTo>
                  <a:pt x="6159" y="548703"/>
                </a:lnTo>
                <a:lnTo>
                  <a:pt x="20269" y="594779"/>
                </a:lnTo>
                <a:lnTo>
                  <a:pt x="41554" y="633450"/>
                </a:lnTo>
                <a:lnTo>
                  <a:pt x="69227" y="665124"/>
                </a:lnTo>
                <a:lnTo>
                  <a:pt x="102514" y="690168"/>
                </a:lnTo>
                <a:lnTo>
                  <a:pt x="140639" y="708990"/>
                </a:lnTo>
                <a:lnTo>
                  <a:pt x="182803" y="721944"/>
                </a:lnTo>
                <a:lnTo>
                  <a:pt x="228257" y="729437"/>
                </a:lnTo>
                <a:lnTo>
                  <a:pt x="276199" y="731850"/>
                </a:lnTo>
                <a:lnTo>
                  <a:pt x="320560" y="729767"/>
                </a:lnTo>
                <a:lnTo>
                  <a:pt x="364578" y="723201"/>
                </a:lnTo>
                <a:lnTo>
                  <a:pt x="406958" y="711682"/>
                </a:lnTo>
                <a:lnTo>
                  <a:pt x="446379" y="694715"/>
                </a:lnTo>
                <a:lnTo>
                  <a:pt x="481558" y="671817"/>
                </a:lnTo>
                <a:lnTo>
                  <a:pt x="511175" y="642531"/>
                </a:lnTo>
                <a:lnTo>
                  <a:pt x="533958" y="606348"/>
                </a:lnTo>
                <a:lnTo>
                  <a:pt x="548576" y="562813"/>
                </a:lnTo>
                <a:lnTo>
                  <a:pt x="553732" y="511429"/>
                </a:lnTo>
                <a:close/>
              </a:path>
              <a:path w="1734184" h="732154">
                <a:moveTo>
                  <a:pt x="1187043" y="623798"/>
                </a:moveTo>
                <a:lnTo>
                  <a:pt x="1177417" y="626935"/>
                </a:lnTo>
                <a:lnTo>
                  <a:pt x="1168933" y="628929"/>
                </a:lnTo>
                <a:lnTo>
                  <a:pt x="1161376" y="629983"/>
                </a:lnTo>
                <a:lnTo>
                  <a:pt x="1154569" y="630288"/>
                </a:lnTo>
                <a:lnTo>
                  <a:pt x="1134516" y="625614"/>
                </a:lnTo>
                <a:lnTo>
                  <a:pt x="1133208" y="623798"/>
                </a:lnTo>
                <a:lnTo>
                  <a:pt x="1124216" y="611276"/>
                </a:lnTo>
                <a:lnTo>
                  <a:pt x="1120419" y="586816"/>
                </a:lnTo>
                <a:lnTo>
                  <a:pt x="1119886" y="551764"/>
                </a:lnTo>
                <a:lnTo>
                  <a:pt x="1119886" y="354393"/>
                </a:lnTo>
                <a:lnTo>
                  <a:pt x="1119886" y="192328"/>
                </a:lnTo>
                <a:lnTo>
                  <a:pt x="1114183" y="137121"/>
                </a:lnTo>
                <a:lnTo>
                  <a:pt x="1098156" y="93294"/>
                </a:lnTo>
                <a:lnTo>
                  <a:pt x="1073429" y="59613"/>
                </a:lnTo>
                <a:lnTo>
                  <a:pt x="1041590" y="34848"/>
                </a:lnTo>
                <a:lnTo>
                  <a:pt x="1004277" y="17741"/>
                </a:lnTo>
                <a:lnTo>
                  <a:pt x="963079" y="7061"/>
                </a:lnTo>
                <a:lnTo>
                  <a:pt x="919619" y="1562"/>
                </a:lnTo>
                <a:lnTo>
                  <a:pt x="875499" y="0"/>
                </a:lnTo>
                <a:lnTo>
                  <a:pt x="827938" y="2336"/>
                </a:lnTo>
                <a:lnTo>
                  <a:pt x="782701" y="9626"/>
                </a:lnTo>
                <a:lnTo>
                  <a:pt x="740587" y="22275"/>
                </a:lnTo>
                <a:lnTo>
                  <a:pt x="702424" y="40703"/>
                </a:lnTo>
                <a:lnTo>
                  <a:pt x="669023" y="65341"/>
                </a:lnTo>
                <a:lnTo>
                  <a:pt x="641197" y="96570"/>
                </a:lnTo>
                <a:lnTo>
                  <a:pt x="619760" y="134835"/>
                </a:lnTo>
                <a:lnTo>
                  <a:pt x="605523" y="180543"/>
                </a:lnTo>
                <a:lnTo>
                  <a:pt x="599313" y="234099"/>
                </a:lnTo>
                <a:lnTo>
                  <a:pt x="706285" y="234099"/>
                </a:lnTo>
                <a:lnTo>
                  <a:pt x="716419" y="181038"/>
                </a:lnTo>
                <a:lnTo>
                  <a:pt x="739521" y="143268"/>
                </a:lnTo>
                <a:lnTo>
                  <a:pt x="773811" y="118757"/>
                </a:lnTo>
                <a:lnTo>
                  <a:pt x="817549" y="105537"/>
                </a:lnTo>
                <a:lnTo>
                  <a:pt x="868946" y="101561"/>
                </a:lnTo>
                <a:lnTo>
                  <a:pt x="910183" y="104089"/>
                </a:lnTo>
                <a:lnTo>
                  <a:pt x="949490" y="113804"/>
                </a:lnTo>
                <a:lnTo>
                  <a:pt x="982700" y="133934"/>
                </a:lnTo>
                <a:lnTo>
                  <a:pt x="1005687" y="167665"/>
                </a:lnTo>
                <a:lnTo>
                  <a:pt x="1014260" y="218249"/>
                </a:lnTo>
                <a:lnTo>
                  <a:pt x="1012825" y="224675"/>
                </a:lnTo>
                <a:lnTo>
                  <a:pt x="1012825" y="472528"/>
                </a:lnTo>
                <a:lnTo>
                  <a:pt x="992581" y="541604"/>
                </a:lnTo>
                <a:lnTo>
                  <a:pt x="966203" y="575170"/>
                </a:lnTo>
                <a:lnTo>
                  <a:pt x="928014" y="603465"/>
                </a:lnTo>
                <a:lnTo>
                  <a:pt x="877303" y="622998"/>
                </a:lnTo>
                <a:lnTo>
                  <a:pt x="813346" y="630288"/>
                </a:lnTo>
                <a:lnTo>
                  <a:pt x="766229" y="624928"/>
                </a:lnTo>
                <a:lnTo>
                  <a:pt x="726020" y="607415"/>
                </a:lnTo>
                <a:lnTo>
                  <a:pt x="698004" y="575576"/>
                </a:lnTo>
                <a:lnTo>
                  <a:pt x="687489" y="527278"/>
                </a:lnTo>
                <a:lnTo>
                  <a:pt x="698080" y="473760"/>
                </a:lnTo>
                <a:lnTo>
                  <a:pt x="726643" y="437870"/>
                </a:lnTo>
                <a:lnTo>
                  <a:pt x="768350" y="415340"/>
                </a:lnTo>
                <a:lnTo>
                  <a:pt x="818349" y="401942"/>
                </a:lnTo>
                <a:lnTo>
                  <a:pt x="927252" y="385191"/>
                </a:lnTo>
                <a:lnTo>
                  <a:pt x="975233" y="373570"/>
                </a:lnTo>
                <a:lnTo>
                  <a:pt x="1012812" y="354393"/>
                </a:lnTo>
                <a:lnTo>
                  <a:pt x="1012825" y="472528"/>
                </a:lnTo>
                <a:lnTo>
                  <a:pt x="1012825" y="224675"/>
                </a:lnTo>
                <a:lnTo>
                  <a:pt x="983640" y="277901"/>
                </a:lnTo>
                <a:lnTo>
                  <a:pt x="904189" y="302666"/>
                </a:lnTo>
                <a:lnTo>
                  <a:pt x="851979" y="310718"/>
                </a:lnTo>
                <a:lnTo>
                  <a:pt x="794550" y="320535"/>
                </a:lnTo>
                <a:lnTo>
                  <a:pt x="753313" y="329920"/>
                </a:lnTo>
                <a:lnTo>
                  <a:pt x="713422" y="341630"/>
                </a:lnTo>
                <a:lnTo>
                  <a:pt x="676173" y="357035"/>
                </a:lnTo>
                <a:lnTo>
                  <a:pt x="642823" y="377444"/>
                </a:lnTo>
                <a:lnTo>
                  <a:pt x="614654" y="404202"/>
                </a:lnTo>
                <a:lnTo>
                  <a:pt x="592963" y="438645"/>
                </a:lnTo>
                <a:lnTo>
                  <a:pt x="579005" y="482104"/>
                </a:lnTo>
                <a:lnTo>
                  <a:pt x="574065" y="535914"/>
                </a:lnTo>
                <a:lnTo>
                  <a:pt x="579780" y="590537"/>
                </a:lnTo>
                <a:lnTo>
                  <a:pt x="596023" y="635558"/>
                </a:lnTo>
                <a:lnTo>
                  <a:pt x="621512" y="671398"/>
                </a:lnTo>
                <a:lnTo>
                  <a:pt x="654913" y="698500"/>
                </a:lnTo>
                <a:lnTo>
                  <a:pt x="694905" y="717321"/>
                </a:lnTo>
                <a:lnTo>
                  <a:pt x="740194" y="728294"/>
                </a:lnTo>
                <a:lnTo>
                  <a:pt x="789444" y="731850"/>
                </a:lnTo>
                <a:lnTo>
                  <a:pt x="842632" y="727735"/>
                </a:lnTo>
                <a:lnTo>
                  <a:pt x="892644" y="715187"/>
                </a:lnTo>
                <a:lnTo>
                  <a:pt x="939063" y="693889"/>
                </a:lnTo>
                <a:lnTo>
                  <a:pt x="981443" y="663524"/>
                </a:lnTo>
                <a:lnTo>
                  <a:pt x="1013180" y="630288"/>
                </a:lnTo>
                <a:lnTo>
                  <a:pt x="1019378" y="623798"/>
                </a:lnTo>
                <a:lnTo>
                  <a:pt x="1025766" y="672592"/>
                </a:lnTo>
                <a:lnTo>
                  <a:pt x="1044016" y="706183"/>
                </a:lnTo>
                <a:lnTo>
                  <a:pt x="1072705" y="725601"/>
                </a:lnTo>
                <a:lnTo>
                  <a:pt x="1110437" y="731850"/>
                </a:lnTo>
                <a:lnTo>
                  <a:pt x="1134122" y="730643"/>
                </a:lnTo>
                <a:lnTo>
                  <a:pt x="1154455" y="727075"/>
                </a:lnTo>
                <a:lnTo>
                  <a:pt x="1171930" y="721207"/>
                </a:lnTo>
                <a:lnTo>
                  <a:pt x="1187043" y="713117"/>
                </a:lnTo>
                <a:lnTo>
                  <a:pt x="1187043" y="630288"/>
                </a:lnTo>
                <a:lnTo>
                  <a:pt x="1187043" y="623798"/>
                </a:lnTo>
                <a:close/>
              </a:path>
              <a:path w="1734184" h="732154">
                <a:moveTo>
                  <a:pt x="1733638" y="511429"/>
                </a:moveTo>
                <a:lnTo>
                  <a:pt x="1727441" y="459130"/>
                </a:lnTo>
                <a:lnTo>
                  <a:pt x="1710067" y="417322"/>
                </a:lnTo>
                <a:lnTo>
                  <a:pt x="1683385" y="384492"/>
                </a:lnTo>
                <a:lnTo>
                  <a:pt x="1649222" y="359117"/>
                </a:lnTo>
                <a:lnTo>
                  <a:pt x="1609432" y="339686"/>
                </a:lnTo>
                <a:lnTo>
                  <a:pt x="1565871" y="324688"/>
                </a:lnTo>
                <a:lnTo>
                  <a:pt x="1520380" y="312623"/>
                </a:lnTo>
                <a:lnTo>
                  <a:pt x="1469910" y="300355"/>
                </a:lnTo>
                <a:lnTo>
                  <a:pt x="1420723" y="287947"/>
                </a:lnTo>
                <a:lnTo>
                  <a:pt x="1376311" y="273088"/>
                </a:lnTo>
                <a:lnTo>
                  <a:pt x="1340218" y="253504"/>
                </a:lnTo>
                <a:lnTo>
                  <a:pt x="1315986" y="226860"/>
                </a:lnTo>
                <a:lnTo>
                  <a:pt x="1307122" y="190881"/>
                </a:lnTo>
                <a:lnTo>
                  <a:pt x="1319745" y="147447"/>
                </a:lnTo>
                <a:lnTo>
                  <a:pt x="1352359" y="120027"/>
                </a:lnTo>
                <a:lnTo>
                  <a:pt x="1397050" y="105702"/>
                </a:lnTo>
                <a:lnTo>
                  <a:pt x="1445882" y="101561"/>
                </a:lnTo>
                <a:lnTo>
                  <a:pt x="1487843" y="105283"/>
                </a:lnTo>
                <a:lnTo>
                  <a:pt x="1527302" y="117424"/>
                </a:lnTo>
                <a:lnTo>
                  <a:pt x="1560880" y="139522"/>
                </a:lnTo>
                <a:lnTo>
                  <a:pt x="1585239" y="173113"/>
                </a:lnTo>
                <a:lnTo>
                  <a:pt x="1596986" y="219697"/>
                </a:lnTo>
                <a:lnTo>
                  <a:pt x="1703959" y="219697"/>
                </a:lnTo>
                <a:lnTo>
                  <a:pt x="1697228" y="167208"/>
                </a:lnTo>
                <a:lnTo>
                  <a:pt x="1683270" y="123126"/>
                </a:lnTo>
                <a:lnTo>
                  <a:pt x="1662722" y="86868"/>
                </a:lnTo>
                <a:lnTo>
                  <a:pt x="1636204" y="57823"/>
                </a:lnTo>
                <a:lnTo>
                  <a:pt x="1604365" y="35407"/>
                </a:lnTo>
                <a:lnTo>
                  <a:pt x="1567840" y="19024"/>
                </a:lnTo>
                <a:lnTo>
                  <a:pt x="1527276" y="8051"/>
                </a:lnTo>
                <a:lnTo>
                  <a:pt x="1483296" y="1917"/>
                </a:lnTo>
                <a:lnTo>
                  <a:pt x="1436535" y="0"/>
                </a:lnTo>
                <a:lnTo>
                  <a:pt x="1393469" y="2781"/>
                </a:lnTo>
                <a:lnTo>
                  <a:pt x="1350568" y="11315"/>
                </a:lnTo>
                <a:lnTo>
                  <a:pt x="1309547" y="25869"/>
                </a:lnTo>
                <a:lnTo>
                  <a:pt x="1272120" y="46723"/>
                </a:lnTo>
                <a:lnTo>
                  <a:pt x="1240015" y="74180"/>
                </a:lnTo>
                <a:lnTo>
                  <a:pt x="1214945" y="108483"/>
                </a:lnTo>
                <a:lnTo>
                  <a:pt x="1198651" y="149936"/>
                </a:lnTo>
                <a:lnTo>
                  <a:pt x="1192834" y="198805"/>
                </a:lnTo>
                <a:lnTo>
                  <a:pt x="1199108" y="250596"/>
                </a:lnTo>
                <a:lnTo>
                  <a:pt x="1216647" y="292112"/>
                </a:lnTo>
                <a:lnTo>
                  <a:pt x="1243545" y="324802"/>
                </a:lnTo>
                <a:lnTo>
                  <a:pt x="1277848" y="350100"/>
                </a:lnTo>
                <a:lnTo>
                  <a:pt x="1317663" y="369455"/>
                </a:lnTo>
                <a:lnTo>
                  <a:pt x="1361046" y="384340"/>
                </a:lnTo>
                <a:lnTo>
                  <a:pt x="1406093" y="396176"/>
                </a:lnTo>
                <a:lnTo>
                  <a:pt x="1459306" y="408635"/>
                </a:lnTo>
                <a:lnTo>
                  <a:pt x="1509280" y="421652"/>
                </a:lnTo>
                <a:lnTo>
                  <a:pt x="1553171" y="437591"/>
                </a:lnTo>
                <a:lnTo>
                  <a:pt x="1588071" y="458812"/>
                </a:lnTo>
                <a:lnTo>
                  <a:pt x="1611122" y="487680"/>
                </a:lnTo>
                <a:lnTo>
                  <a:pt x="1619440" y="526554"/>
                </a:lnTo>
                <a:lnTo>
                  <a:pt x="1609509" y="571093"/>
                </a:lnTo>
                <a:lnTo>
                  <a:pt x="1583321" y="601027"/>
                </a:lnTo>
                <a:lnTo>
                  <a:pt x="1546339" y="619074"/>
                </a:lnTo>
                <a:lnTo>
                  <a:pt x="1504010" y="627926"/>
                </a:lnTo>
                <a:lnTo>
                  <a:pt x="1461782" y="630275"/>
                </a:lnTo>
                <a:lnTo>
                  <a:pt x="1418463" y="627405"/>
                </a:lnTo>
                <a:lnTo>
                  <a:pt x="1378051" y="618058"/>
                </a:lnTo>
                <a:lnTo>
                  <a:pt x="1342605" y="601192"/>
                </a:lnTo>
                <a:lnTo>
                  <a:pt x="1314221" y="575754"/>
                </a:lnTo>
                <a:lnTo>
                  <a:pt x="1294955" y="540651"/>
                </a:lnTo>
                <a:lnTo>
                  <a:pt x="1286878" y="494855"/>
                </a:lnTo>
                <a:lnTo>
                  <a:pt x="1179144" y="494855"/>
                </a:lnTo>
                <a:lnTo>
                  <a:pt x="1185506" y="548703"/>
                </a:lnTo>
                <a:lnTo>
                  <a:pt x="1199781" y="594779"/>
                </a:lnTo>
                <a:lnTo>
                  <a:pt x="1221181" y="633450"/>
                </a:lnTo>
                <a:lnTo>
                  <a:pt x="1248943" y="665124"/>
                </a:lnTo>
                <a:lnTo>
                  <a:pt x="1282280" y="690168"/>
                </a:lnTo>
                <a:lnTo>
                  <a:pt x="1320431" y="708990"/>
                </a:lnTo>
                <a:lnTo>
                  <a:pt x="1362621" y="721944"/>
                </a:lnTo>
                <a:lnTo>
                  <a:pt x="1408074" y="729437"/>
                </a:lnTo>
                <a:lnTo>
                  <a:pt x="1456004" y="731850"/>
                </a:lnTo>
                <a:lnTo>
                  <a:pt x="1500378" y="729767"/>
                </a:lnTo>
                <a:lnTo>
                  <a:pt x="1544396" y="723201"/>
                </a:lnTo>
                <a:lnTo>
                  <a:pt x="1586788" y="711682"/>
                </a:lnTo>
                <a:lnTo>
                  <a:pt x="1626235" y="694715"/>
                </a:lnTo>
                <a:lnTo>
                  <a:pt x="1661414" y="671817"/>
                </a:lnTo>
                <a:lnTo>
                  <a:pt x="1691055" y="642531"/>
                </a:lnTo>
                <a:lnTo>
                  <a:pt x="1713839" y="606348"/>
                </a:lnTo>
                <a:lnTo>
                  <a:pt x="1728470" y="562813"/>
                </a:lnTo>
                <a:lnTo>
                  <a:pt x="1733638" y="511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63560" y="8275167"/>
            <a:ext cx="708660" cy="1059180"/>
          </a:xfrm>
          <a:custGeom>
            <a:avLst/>
            <a:gdLst/>
            <a:ahLst/>
            <a:cxnLst/>
            <a:rect l="l" t="t" r="r" b="b"/>
            <a:pathLst>
              <a:path w="708659" h="1059179">
                <a:moveTo>
                  <a:pt x="705802" y="232333"/>
                </a:moveTo>
                <a:lnTo>
                  <a:pt x="689229" y="192557"/>
                </a:lnTo>
                <a:lnTo>
                  <a:pt x="667575" y="155536"/>
                </a:lnTo>
                <a:lnTo>
                  <a:pt x="641235" y="121640"/>
                </a:lnTo>
                <a:lnTo>
                  <a:pt x="610590" y="91186"/>
                </a:lnTo>
                <a:lnTo>
                  <a:pt x="576021" y="64516"/>
                </a:lnTo>
                <a:lnTo>
                  <a:pt x="537895" y="41986"/>
                </a:lnTo>
                <a:lnTo>
                  <a:pt x="496620" y="23926"/>
                </a:lnTo>
                <a:lnTo>
                  <a:pt x="452564" y="10680"/>
                </a:lnTo>
                <a:lnTo>
                  <a:pt x="406095" y="2590"/>
                </a:lnTo>
                <a:lnTo>
                  <a:pt x="357619" y="0"/>
                </a:lnTo>
                <a:lnTo>
                  <a:pt x="307505" y="3238"/>
                </a:lnTo>
                <a:lnTo>
                  <a:pt x="256120" y="12661"/>
                </a:lnTo>
                <a:lnTo>
                  <a:pt x="188798" y="37782"/>
                </a:lnTo>
                <a:lnTo>
                  <a:pt x="124714" y="78511"/>
                </a:lnTo>
                <a:lnTo>
                  <a:pt x="95478" y="104178"/>
                </a:lnTo>
                <a:lnTo>
                  <a:pt x="68986" y="133083"/>
                </a:lnTo>
                <a:lnTo>
                  <a:pt x="45872" y="165011"/>
                </a:lnTo>
                <a:lnTo>
                  <a:pt x="26771" y="199745"/>
                </a:lnTo>
                <a:lnTo>
                  <a:pt x="12331" y="237058"/>
                </a:lnTo>
                <a:lnTo>
                  <a:pt x="3200" y="276733"/>
                </a:lnTo>
                <a:lnTo>
                  <a:pt x="0" y="318554"/>
                </a:lnTo>
                <a:lnTo>
                  <a:pt x="3390" y="362305"/>
                </a:lnTo>
                <a:lnTo>
                  <a:pt x="14008" y="407758"/>
                </a:lnTo>
                <a:lnTo>
                  <a:pt x="32499" y="454698"/>
                </a:lnTo>
                <a:lnTo>
                  <a:pt x="59486" y="502907"/>
                </a:lnTo>
                <a:lnTo>
                  <a:pt x="95643" y="552157"/>
                </a:lnTo>
                <a:lnTo>
                  <a:pt x="251066" y="738720"/>
                </a:lnTo>
                <a:lnTo>
                  <a:pt x="226491" y="710628"/>
                </a:lnTo>
                <a:lnTo>
                  <a:pt x="263359" y="754557"/>
                </a:lnTo>
                <a:lnTo>
                  <a:pt x="284378" y="771258"/>
                </a:lnTo>
                <a:lnTo>
                  <a:pt x="308902" y="777341"/>
                </a:lnTo>
                <a:lnTo>
                  <a:pt x="334530" y="773303"/>
                </a:lnTo>
                <a:lnTo>
                  <a:pt x="358787" y="759612"/>
                </a:lnTo>
                <a:lnTo>
                  <a:pt x="376897" y="738568"/>
                </a:lnTo>
                <a:lnTo>
                  <a:pt x="385991" y="713955"/>
                </a:lnTo>
                <a:lnTo>
                  <a:pt x="384924" y="688390"/>
                </a:lnTo>
                <a:lnTo>
                  <a:pt x="372529" y="664514"/>
                </a:lnTo>
                <a:lnTo>
                  <a:pt x="337108" y="622020"/>
                </a:lnTo>
                <a:lnTo>
                  <a:pt x="358063" y="646506"/>
                </a:lnTo>
                <a:lnTo>
                  <a:pt x="275742" y="547827"/>
                </a:lnTo>
                <a:lnTo>
                  <a:pt x="235165" y="498856"/>
                </a:lnTo>
                <a:lnTo>
                  <a:pt x="208407" y="459778"/>
                </a:lnTo>
                <a:lnTo>
                  <a:pt x="191439" y="419404"/>
                </a:lnTo>
                <a:lnTo>
                  <a:pt x="183857" y="378447"/>
                </a:lnTo>
                <a:lnTo>
                  <a:pt x="185242" y="337629"/>
                </a:lnTo>
                <a:lnTo>
                  <a:pt x="195173" y="297688"/>
                </a:lnTo>
                <a:lnTo>
                  <a:pt x="213207" y="259334"/>
                </a:lnTo>
                <a:lnTo>
                  <a:pt x="238937" y="223278"/>
                </a:lnTo>
                <a:lnTo>
                  <a:pt x="271945" y="190271"/>
                </a:lnTo>
                <a:lnTo>
                  <a:pt x="311797" y="161023"/>
                </a:lnTo>
                <a:lnTo>
                  <a:pt x="352844" y="141033"/>
                </a:lnTo>
                <a:lnTo>
                  <a:pt x="399046" y="128092"/>
                </a:lnTo>
                <a:lnTo>
                  <a:pt x="448487" y="122199"/>
                </a:lnTo>
                <a:lnTo>
                  <a:pt x="499249" y="123278"/>
                </a:lnTo>
                <a:lnTo>
                  <a:pt x="549414" y="131330"/>
                </a:lnTo>
                <a:lnTo>
                  <a:pt x="597065" y="146291"/>
                </a:lnTo>
                <a:lnTo>
                  <a:pt x="640295" y="168135"/>
                </a:lnTo>
                <a:lnTo>
                  <a:pt x="677189" y="196824"/>
                </a:lnTo>
                <a:lnTo>
                  <a:pt x="705802" y="232333"/>
                </a:lnTo>
                <a:close/>
              </a:path>
              <a:path w="708659" h="1059179">
                <a:moveTo>
                  <a:pt x="708494" y="739876"/>
                </a:moveTo>
                <a:lnTo>
                  <a:pt x="705091" y="696201"/>
                </a:lnTo>
                <a:lnTo>
                  <a:pt x="694436" y="650836"/>
                </a:lnTo>
                <a:lnTo>
                  <a:pt x="675894" y="603986"/>
                </a:lnTo>
                <a:lnTo>
                  <a:pt x="648817" y="555891"/>
                </a:lnTo>
                <a:lnTo>
                  <a:pt x="612546" y="506768"/>
                </a:lnTo>
                <a:lnTo>
                  <a:pt x="449884" y="310845"/>
                </a:lnTo>
                <a:lnTo>
                  <a:pt x="459270" y="321652"/>
                </a:lnTo>
                <a:lnTo>
                  <a:pt x="450303" y="310845"/>
                </a:lnTo>
                <a:lnTo>
                  <a:pt x="441934" y="300761"/>
                </a:lnTo>
                <a:lnTo>
                  <a:pt x="420611" y="284073"/>
                </a:lnTo>
                <a:lnTo>
                  <a:pt x="396113" y="277977"/>
                </a:lnTo>
                <a:lnTo>
                  <a:pt x="370662" y="282016"/>
                </a:lnTo>
                <a:lnTo>
                  <a:pt x="346494" y="295719"/>
                </a:lnTo>
                <a:lnTo>
                  <a:pt x="328396" y="316750"/>
                </a:lnTo>
                <a:lnTo>
                  <a:pt x="319303" y="341363"/>
                </a:lnTo>
                <a:lnTo>
                  <a:pt x="320370" y="366928"/>
                </a:lnTo>
                <a:lnTo>
                  <a:pt x="332765" y="390804"/>
                </a:lnTo>
                <a:lnTo>
                  <a:pt x="335661" y="394398"/>
                </a:lnTo>
                <a:lnTo>
                  <a:pt x="340156" y="400164"/>
                </a:lnTo>
                <a:lnTo>
                  <a:pt x="340652" y="400939"/>
                </a:lnTo>
                <a:lnTo>
                  <a:pt x="473735" y="559358"/>
                </a:lnTo>
                <a:lnTo>
                  <a:pt x="500291" y="598639"/>
                </a:lnTo>
                <a:lnTo>
                  <a:pt x="517093" y="639178"/>
                </a:lnTo>
                <a:lnTo>
                  <a:pt x="524560" y="680237"/>
                </a:lnTo>
                <a:lnTo>
                  <a:pt x="523125" y="721106"/>
                </a:lnTo>
                <a:lnTo>
                  <a:pt x="513194" y="761047"/>
                </a:lnTo>
                <a:lnTo>
                  <a:pt x="495211" y="799350"/>
                </a:lnTo>
                <a:lnTo>
                  <a:pt x="469595" y="835291"/>
                </a:lnTo>
                <a:lnTo>
                  <a:pt x="436753" y="868146"/>
                </a:lnTo>
                <a:lnTo>
                  <a:pt x="397116" y="897178"/>
                </a:lnTo>
                <a:lnTo>
                  <a:pt x="355866" y="917384"/>
                </a:lnTo>
                <a:lnTo>
                  <a:pt x="309562" y="930478"/>
                </a:lnTo>
                <a:lnTo>
                  <a:pt x="260070" y="936510"/>
                </a:lnTo>
                <a:lnTo>
                  <a:pt x="209296" y="935507"/>
                </a:lnTo>
                <a:lnTo>
                  <a:pt x="159131" y="927531"/>
                </a:lnTo>
                <a:lnTo>
                  <a:pt x="111467" y="912609"/>
                </a:lnTo>
                <a:lnTo>
                  <a:pt x="68186" y="890778"/>
                </a:lnTo>
                <a:lnTo>
                  <a:pt x="31191" y="862088"/>
                </a:lnTo>
                <a:lnTo>
                  <a:pt x="2374" y="826592"/>
                </a:lnTo>
                <a:lnTo>
                  <a:pt x="18973" y="866241"/>
                </a:lnTo>
                <a:lnTo>
                  <a:pt x="40652" y="903185"/>
                </a:lnTo>
                <a:lnTo>
                  <a:pt x="67043" y="937082"/>
                </a:lnTo>
                <a:lnTo>
                  <a:pt x="97751" y="967562"/>
                </a:lnTo>
                <a:lnTo>
                  <a:pt x="132384" y="994270"/>
                </a:lnTo>
                <a:lnTo>
                  <a:pt x="170548" y="1016850"/>
                </a:lnTo>
                <a:lnTo>
                  <a:pt x="212153" y="1035062"/>
                </a:lnTo>
                <a:lnTo>
                  <a:pt x="212293" y="1035062"/>
                </a:lnTo>
                <a:lnTo>
                  <a:pt x="255943" y="1048181"/>
                </a:lnTo>
                <a:lnTo>
                  <a:pt x="302387" y="1056233"/>
                </a:lnTo>
                <a:lnTo>
                  <a:pt x="350812" y="1058710"/>
                </a:lnTo>
                <a:lnTo>
                  <a:pt x="400824" y="1055281"/>
                </a:lnTo>
                <a:lnTo>
                  <a:pt x="452043" y="1045578"/>
                </a:lnTo>
                <a:lnTo>
                  <a:pt x="519404" y="1020445"/>
                </a:lnTo>
                <a:lnTo>
                  <a:pt x="583565" y="979716"/>
                </a:lnTo>
                <a:lnTo>
                  <a:pt x="612838" y="954062"/>
                </a:lnTo>
                <a:lnTo>
                  <a:pt x="639381" y="925169"/>
                </a:lnTo>
                <a:lnTo>
                  <a:pt x="662533" y="893267"/>
                </a:lnTo>
                <a:lnTo>
                  <a:pt x="681672" y="858558"/>
                </a:lnTo>
                <a:lnTo>
                  <a:pt x="696137" y="821283"/>
                </a:lnTo>
                <a:lnTo>
                  <a:pt x="705294" y="781646"/>
                </a:lnTo>
                <a:lnTo>
                  <a:pt x="708494" y="7398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9242" y="9062136"/>
            <a:ext cx="83934" cy="821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88167" y="9062136"/>
            <a:ext cx="83867" cy="8211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09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0"/>
              </a:spcBef>
              <a:tabLst>
                <a:tab pos="5955030" algn="l"/>
              </a:tabLst>
            </a:pPr>
            <a:r>
              <a:rPr spc="-300"/>
              <a:t>SAS</a:t>
            </a:r>
            <a:r>
              <a:rPr spc="-445"/>
              <a:t> </a:t>
            </a:r>
            <a:r>
              <a:rPr spc="-10"/>
              <a:t>External</a:t>
            </a:r>
            <a:r>
              <a:t>	</a:t>
            </a:r>
            <a:r>
              <a:rPr spc="-45"/>
              <a:t>PowerPoint</a:t>
            </a: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4800" b="0" spc="-200">
                <a:solidFill>
                  <a:srgbClr val="C4DEFC"/>
                </a:solidFill>
                <a:latin typeface="Arial"/>
                <a:cs typeface="Arial"/>
              </a:rPr>
              <a:t>SAS</a:t>
            </a:r>
            <a:r>
              <a:rPr sz="4800" b="0" spc="-150">
                <a:solidFill>
                  <a:srgbClr val="C4DEFC"/>
                </a:solidFill>
                <a:latin typeface="Arial"/>
                <a:cs typeface="Arial"/>
              </a:rPr>
              <a:t> </a:t>
            </a:r>
            <a:r>
              <a:rPr sz="4800" b="0" spc="-10">
                <a:solidFill>
                  <a:srgbClr val="C4DEFC"/>
                </a:solidFill>
                <a:latin typeface="Arial"/>
                <a:cs typeface="Arial"/>
              </a:rPr>
              <a:t>Corporate</a:t>
            </a:r>
            <a:endParaRPr sz="4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39723" y="8562288"/>
            <a:ext cx="3481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>
                <a:solidFill>
                  <a:srgbClr val="C4DEFC"/>
                </a:solidFill>
                <a:latin typeface="Arial"/>
                <a:cs typeface="Arial"/>
              </a:rPr>
              <a:t>Updated</a:t>
            </a:r>
            <a:r>
              <a:rPr sz="2800" spc="-60">
                <a:solidFill>
                  <a:srgbClr val="C4DEFC"/>
                </a:solidFill>
                <a:latin typeface="Arial"/>
                <a:cs typeface="Arial"/>
              </a:rPr>
              <a:t> </a:t>
            </a:r>
            <a:r>
              <a:rPr sz="2800">
                <a:solidFill>
                  <a:srgbClr val="C4DEFC"/>
                </a:solidFill>
                <a:latin typeface="Arial"/>
                <a:cs typeface="Arial"/>
              </a:rPr>
              <a:t>August</a:t>
            </a:r>
            <a:r>
              <a:rPr sz="2800" spc="-65">
                <a:solidFill>
                  <a:srgbClr val="C4DEFC"/>
                </a:solidFill>
                <a:latin typeface="Arial"/>
                <a:cs typeface="Arial"/>
              </a:rPr>
              <a:t> </a:t>
            </a:r>
            <a:r>
              <a:rPr sz="2800" spc="-20">
                <a:solidFill>
                  <a:srgbClr val="C4DEFC"/>
                </a:solidFill>
                <a:latin typeface="Arial"/>
                <a:cs typeface="Arial"/>
              </a:rPr>
              <a:t>2025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18540"/>
            <a:ext cx="1302448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15"/>
              <a:t>HOW</a:t>
            </a:r>
            <a:r>
              <a:rPr spc="-550"/>
              <a:t> </a:t>
            </a:r>
            <a:r>
              <a:t>TO</a:t>
            </a:r>
            <a:r>
              <a:rPr spc="-525"/>
              <a:t> </a:t>
            </a:r>
            <a:r>
              <a:rPr spc="-185"/>
              <a:t>SAVE</a:t>
            </a:r>
            <a:r>
              <a:rPr spc="-545"/>
              <a:t> </a:t>
            </a:r>
            <a:r>
              <a:rPr spc="-310"/>
              <a:t>AS</a:t>
            </a:r>
            <a:r>
              <a:rPr spc="-550"/>
              <a:t> </a:t>
            </a:r>
            <a:r>
              <a:rPr spc="-70"/>
              <a:t>A</a:t>
            </a:r>
            <a:r>
              <a:rPr spc="-545"/>
              <a:t> </a:t>
            </a:r>
            <a:r>
              <a:rPr spc="-80"/>
              <a:t>PDF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827657"/>
            <a:ext cx="16174085" cy="161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>
                <a:latin typeface="Arial"/>
                <a:cs typeface="Arial"/>
              </a:rPr>
              <a:t>Please</a:t>
            </a:r>
            <a:r>
              <a:rPr sz="3200" spc="-105">
                <a:latin typeface="Arial"/>
                <a:cs typeface="Arial"/>
              </a:rPr>
              <a:t> </a:t>
            </a:r>
            <a:r>
              <a:rPr sz="3200" spc="120">
                <a:latin typeface="Arial"/>
                <a:cs typeface="Arial"/>
              </a:rPr>
              <a:t>follow</a:t>
            </a:r>
            <a:r>
              <a:rPr sz="3200" spc="-100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these</a:t>
            </a:r>
            <a:r>
              <a:rPr sz="3200" spc="-100">
                <a:latin typeface="Arial"/>
                <a:cs typeface="Arial"/>
              </a:rPr>
              <a:t> </a:t>
            </a:r>
            <a:r>
              <a:rPr sz="3200" spc="-10">
                <a:latin typeface="Arial"/>
                <a:cs typeface="Arial"/>
              </a:rPr>
              <a:t>guidelines</a:t>
            </a:r>
            <a:r>
              <a:rPr sz="3200" spc="-95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when</a:t>
            </a:r>
            <a:r>
              <a:rPr sz="3200" spc="-100">
                <a:latin typeface="Arial"/>
                <a:cs typeface="Arial"/>
              </a:rPr>
              <a:t> </a:t>
            </a:r>
            <a:r>
              <a:rPr sz="3200" spc="-35">
                <a:latin typeface="Arial"/>
                <a:cs typeface="Arial"/>
              </a:rPr>
              <a:t>saving</a:t>
            </a:r>
            <a:r>
              <a:rPr sz="3200" spc="-120">
                <a:latin typeface="Arial"/>
                <a:cs typeface="Arial"/>
              </a:rPr>
              <a:t> </a:t>
            </a:r>
            <a:r>
              <a:rPr sz="3200" spc="-100">
                <a:latin typeface="Arial"/>
                <a:cs typeface="Arial"/>
              </a:rPr>
              <a:t>as</a:t>
            </a:r>
            <a:r>
              <a:rPr sz="3200" spc="-110">
                <a:latin typeface="Arial"/>
                <a:cs typeface="Arial"/>
              </a:rPr>
              <a:t> </a:t>
            </a:r>
            <a:r>
              <a:rPr sz="3200" spc="-130">
                <a:latin typeface="Arial"/>
                <a:cs typeface="Arial"/>
              </a:rPr>
              <a:t>a</a:t>
            </a:r>
            <a:r>
              <a:rPr sz="3200" spc="-100">
                <a:latin typeface="Arial"/>
                <a:cs typeface="Arial"/>
              </a:rPr>
              <a:t> </a:t>
            </a:r>
            <a:r>
              <a:rPr sz="3200" spc="-130">
                <a:latin typeface="Arial"/>
                <a:cs typeface="Arial"/>
              </a:rPr>
              <a:t>PDF</a:t>
            </a:r>
            <a:r>
              <a:rPr sz="3200" spc="-110">
                <a:latin typeface="Arial"/>
                <a:cs typeface="Arial"/>
              </a:rPr>
              <a:t> </a:t>
            </a:r>
            <a:r>
              <a:rPr sz="3200" spc="170">
                <a:latin typeface="Arial"/>
                <a:cs typeface="Arial"/>
              </a:rPr>
              <a:t>to</a:t>
            </a:r>
            <a:r>
              <a:rPr sz="3200" spc="-100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retain</a:t>
            </a:r>
            <a:r>
              <a:rPr sz="3200" spc="-100">
                <a:latin typeface="Arial"/>
                <a:cs typeface="Arial"/>
              </a:rPr>
              <a:t> </a:t>
            </a:r>
            <a:r>
              <a:rPr sz="3200" spc="55">
                <a:latin typeface="Arial"/>
                <a:cs typeface="Arial"/>
              </a:rPr>
              <a:t>the</a:t>
            </a:r>
            <a:r>
              <a:rPr sz="3200" spc="-100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Anova</a:t>
            </a:r>
            <a:r>
              <a:rPr sz="3200" spc="-110">
                <a:latin typeface="Arial"/>
                <a:cs typeface="Arial"/>
              </a:rPr>
              <a:t> </a:t>
            </a:r>
            <a:r>
              <a:rPr sz="3200" spc="55">
                <a:latin typeface="Arial"/>
                <a:cs typeface="Arial"/>
              </a:rPr>
              <a:t>font.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75"/>
              </a:spcBef>
            </a:pPr>
            <a:r>
              <a:rPr sz="2000" spc="-10">
                <a:latin typeface="Arial"/>
                <a:cs typeface="Arial"/>
              </a:rPr>
              <a:t>The</a:t>
            </a:r>
            <a:r>
              <a:rPr sz="2000" spc="-2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Anova</a:t>
            </a:r>
            <a:r>
              <a:rPr sz="2000" spc="-20">
                <a:latin typeface="Arial"/>
                <a:cs typeface="Arial"/>
              </a:rPr>
              <a:t> </a:t>
            </a:r>
            <a:r>
              <a:rPr sz="2000" spc="80">
                <a:latin typeface="Arial"/>
                <a:cs typeface="Arial"/>
              </a:rPr>
              <a:t>font</a:t>
            </a:r>
            <a:r>
              <a:rPr sz="2000" spc="-5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isn’t</a:t>
            </a:r>
            <a:r>
              <a:rPr sz="2000" spc="-2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part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 spc="65">
                <a:latin typeface="Arial"/>
                <a:cs typeface="Arial"/>
              </a:rPr>
              <a:t>of</a:t>
            </a:r>
            <a:r>
              <a:rPr sz="2000" spc="-2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the</a:t>
            </a:r>
            <a:r>
              <a:rPr sz="2000" spc="-2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Adobe</a:t>
            </a:r>
            <a:r>
              <a:rPr sz="2000" spc="-1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family</a:t>
            </a:r>
            <a:r>
              <a:rPr sz="2000" spc="-25">
                <a:latin typeface="Arial"/>
                <a:cs typeface="Arial"/>
              </a:rPr>
              <a:t> </a:t>
            </a:r>
            <a:r>
              <a:rPr sz="2000" spc="65">
                <a:latin typeface="Arial"/>
                <a:cs typeface="Arial"/>
              </a:rPr>
              <a:t>of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fonts;</a:t>
            </a:r>
            <a:r>
              <a:rPr sz="2000" spc="-4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therefore,</a:t>
            </a:r>
            <a:r>
              <a:rPr sz="2000" spc="-40">
                <a:latin typeface="Arial"/>
                <a:cs typeface="Arial"/>
              </a:rPr>
              <a:t> </a:t>
            </a:r>
            <a:r>
              <a:rPr sz="2000" spc="-25">
                <a:latin typeface="Arial"/>
                <a:cs typeface="Arial"/>
              </a:rPr>
              <a:t>saving</a:t>
            </a:r>
            <a:r>
              <a:rPr sz="2000" spc="-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slideware</a:t>
            </a:r>
            <a:r>
              <a:rPr sz="2000" spc="-15">
                <a:latin typeface="Arial"/>
                <a:cs typeface="Arial"/>
              </a:rPr>
              <a:t> </a:t>
            </a:r>
            <a:r>
              <a:rPr sz="2000" spc="-70">
                <a:latin typeface="Arial"/>
                <a:cs typeface="Arial"/>
              </a:rPr>
              <a:t>as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 spc="-85">
                <a:latin typeface="Arial"/>
                <a:cs typeface="Arial"/>
              </a:rPr>
              <a:t>a</a:t>
            </a:r>
            <a:r>
              <a:rPr sz="2000" spc="-15">
                <a:latin typeface="Arial"/>
                <a:cs typeface="Arial"/>
              </a:rPr>
              <a:t> </a:t>
            </a:r>
            <a:r>
              <a:rPr sz="2000" spc="-90">
                <a:latin typeface="Arial"/>
                <a:cs typeface="Arial"/>
              </a:rPr>
              <a:t>PDF</a:t>
            </a:r>
            <a:r>
              <a:rPr sz="2000" spc="-20">
                <a:latin typeface="Arial"/>
                <a:cs typeface="Arial"/>
              </a:rPr>
              <a:t> requires</a:t>
            </a:r>
            <a:r>
              <a:rPr sz="2000" spc="-15">
                <a:latin typeface="Arial"/>
                <a:cs typeface="Arial"/>
              </a:rPr>
              <a:t> </a:t>
            </a:r>
            <a:r>
              <a:rPr sz="2000" spc="-85">
                <a:latin typeface="Arial"/>
                <a:cs typeface="Arial"/>
              </a:rPr>
              <a:t>a</a:t>
            </a:r>
            <a:r>
              <a:rPr sz="2000" spc="-1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specific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 spc="-40">
                <a:latin typeface="Arial"/>
                <a:cs typeface="Arial"/>
              </a:rPr>
              <a:t>approach.</a:t>
            </a:r>
            <a:r>
              <a:rPr sz="2000" spc="-5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Follow</a:t>
            </a:r>
            <a:r>
              <a:rPr sz="2000" spc="-2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the</a:t>
            </a:r>
            <a:r>
              <a:rPr sz="2000" spc="-2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quick</a:t>
            </a:r>
            <a:r>
              <a:rPr sz="2000" spc="-15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steps </a:t>
            </a:r>
            <a:r>
              <a:rPr sz="2000">
                <a:latin typeface="Arial"/>
                <a:cs typeface="Arial"/>
              </a:rPr>
              <a:t>below</a:t>
            </a:r>
            <a:r>
              <a:rPr sz="2000" spc="-20">
                <a:latin typeface="Arial"/>
                <a:cs typeface="Arial"/>
              </a:rPr>
              <a:t> </a:t>
            </a:r>
            <a:r>
              <a:rPr sz="2000" spc="105">
                <a:latin typeface="Arial"/>
                <a:cs typeface="Arial"/>
              </a:rPr>
              <a:t>to</a:t>
            </a:r>
            <a:r>
              <a:rPr sz="2000" spc="-20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produce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 spc="-80">
                <a:latin typeface="Arial"/>
                <a:cs typeface="Arial"/>
              </a:rPr>
              <a:t>a</a:t>
            </a:r>
            <a:r>
              <a:rPr sz="2000">
                <a:latin typeface="Arial"/>
                <a:cs typeface="Arial"/>
              </a:rPr>
              <a:t> </a:t>
            </a:r>
            <a:r>
              <a:rPr sz="2000" spc="-90">
                <a:latin typeface="Arial"/>
                <a:cs typeface="Arial"/>
              </a:rPr>
              <a:t>PDF</a:t>
            </a:r>
            <a:r>
              <a:rPr sz="2000" spc="-5">
                <a:latin typeface="Arial"/>
                <a:cs typeface="Arial"/>
              </a:rPr>
              <a:t> </a:t>
            </a:r>
            <a:r>
              <a:rPr sz="2000" spc="50">
                <a:latin typeface="Arial"/>
                <a:cs typeface="Arial"/>
              </a:rPr>
              <a:t>for</a:t>
            </a:r>
            <a:r>
              <a:rPr sz="2000" spc="-2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your</a:t>
            </a:r>
            <a:r>
              <a:rPr sz="2000" spc="-10">
                <a:latin typeface="Arial"/>
                <a:cs typeface="Arial"/>
              </a:rPr>
              <a:t> </a:t>
            </a:r>
            <a:r>
              <a:rPr sz="2000" spc="-35">
                <a:latin typeface="Arial"/>
                <a:cs typeface="Arial"/>
              </a:rPr>
              <a:t>deck.</a:t>
            </a:r>
            <a:r>
              <a:rPr sz="2000" spc="-1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It’s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important</a:t>
            </a:r>
            <a:r>
              <a:rPr sz="2000" spc="-45">
                <a:latin typeface="Arial"/>
                <a:cs typeface="Arial"/>
              </a:rPr>
              <a:t> </a:t>
            </a:r>
            <a:r>
              <a:rPr sz="2000" spc="105">
                <a:latin typeface="Arial"/>
                <a:cs typeface="Arial"/>
              </a:rPr>
              <a:t>to</a:t>
            </a:r>
            <a:r>
              <a:rPr sz="2000" spc="-1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note,</a:t>
            </a:r>
            <a:r>
              <a:rPr sz="2000" spc="-2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the</a:t>
            </a:r>
            <a:r>
              <a:rPr sz="2000" spc="-1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document</a:t>
            </a:r>
            <a:r>
              <a:rPr sz="2000" spc="-45">
                <a:latin typeface="Arial"/>
                <a:cs typeface="Arial"/>
              </a:rPr>
              <a:t> </a:t>
            </a:r>
            <a:r>
              <a:rPr sz="2000" spc="80">
                <a:latin typeface="Arial"/>
                <a:cs typeface="Arial"/>
              </a:rPr>
              <a:t>will</a:t>
            </a:r>
            <a:r>
              <a:rPr sz="2000" spc="-10">
                <a:latin typeface="Arial"/>
                <a:cs typeface="Arial"/>
              </a:rPr>
              <a:t> </a:t>
            </a:r>
            <a:r>
              <a:rPr sz="2000" spc="60">
                <a:latin typeface="Arial"/>
                <a:cs typeface="Arial"/>
              </a:rPr>
              <a:t>not</a:t>
            </a:r>
            <a:r>
              <a:rPr sz="2000" spc="-3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automatically</a:t>
            </a:r>
            <a:r>
              <a:rPr sz="2000" spc="-55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open</a:t>
            </a:r>
            <a:r>
              <a:rPr sz="2000" spc="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after</a:t>
            </a:r>
            <a:r>
              <a:rPr sz="2000" spc="-40">
                <a:latin typeface="Arial"/>
                <a:cs typeface="Arial"/>
              </a:rPr>
              <a:t> </a:t>
            </a:r>
            <a:r>
              <a:rPr sz="2000" spc="-35">
                <a:latin typeface="Arial"/>
                <a:cs typeface="Arial"/>
              </a:rPr>
              <a:t>saving.</a:t>
            </a:r>
            <a:r>
              <a:rPr sz="2000" spc="10">
                <a:latin typeface="Arial"/>
                <a:cs typeface="Arial"/>
              </a:rPr>
              <a:t> </a:t>
            </a:r>
            <a:r>
              <a:rPr sz="2000" b="1" spc="-35">
                <a:solidFill>
                  <a:srgbClr val="0766D1"/>
                </a:solidFill>
                <a:latin typeface="Arial"/>
                <a:cs typeface="Arial"/>
              </a:rPr>
              <a:t>DO</a:t>
            </a:r>
            <a:r>
              <a:rPr sz="2000" b="1" spc="-75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2000" b="1">
                <a:solidFill>
                  <a:srgbClr val="0766D1"/>
                </a:solidFill>
                <a:latin typeface="Arial"/>
                <a:cs typeface="Arial"/>
              </a:rPr>
              <a:t>NOT</a:t>
            </a:r>
            <a:r>
              <a:rPr sz="2000" b="1" spc="-105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2000" spc="-45">
                <a:latin typeface="Arial"/>
                <a:cs typeface="Arial"/>
              </a:rPr>
              <a:t>use</a:t>
            </a:r>
            <a:r>
              <a:rPr sz="2000" spc="-15">
                <a:latin typeface="Arial"/>
                <a:cs typeface="Arial"/>
              </a:rPr>
              <a:t> </a:t>
            </a:r>
            <a:r>
              <a:rPr sz="2000" spc="-75">
                <a:latin typeface="Arial"/>
                <a:cs typeface="Arial"/>
              </a:rPr>
              <a:t>Save</a:t>
            </a:r>
            <a:r>
              <a:rPr sz="2000" spc="5">
                <a:latin typeface="Arial"/>
                <a:cs typeface="Arial"/>
              </a:rPr>
              <a:t> </a:t>
            </a:r>
            <a:r>
              <a:rPr sz="2000" spc="-65">
                <a:latin typeface="Arial"/>
                <a:cs typeface="Arial"/>
              </a:rPr>
              <a:t>as</a:t>
            </a:r>
            <a:r>
              <a:rPr sz="2000" spc="-25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Adobe </a:t>
            </a:r>
            <a:r>
              <a:rPr sz="2000" spc="-90">
                <a:latin typeface="Arial"/>
                <a:cs typeface="Arial"/>
              </a:rPr>
              <a:t>PDF</a:t>
            </a:r>
            <a:r>
              <a:rPr sz="2000" spc="-4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or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right-click</a:t>
            </a:r>
            <a:r>
              <a:rPr sz="2000" spc="-4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on</a:t>
            </a:r>
            <a:r>
              <a:rPr sz="2000" spc="-35">
                <a:latin typeface="Arial"/>
                <a:cs typeface="Arial"/>
              </a:rPr>
              <a:t> </a:t>
            </a:r>
            <a:r>
              <a:rPr sz="2000" spc="-85">
                <a:latin typeface="Arial"/>
                <a:cs typeface="Arial"/>
              </a:rPr>
              <a:t>a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PowerPoint</a:t>
            </a:r>
            <a:r>
              <a:rPr sz="2000" spc="-35">
                <a:latin typeface="Arial"/>
                <a:cs typeface="Arial"/>
              </a:rPr>
              <a:t> </a:t>
            </a:r>
            <a:r>
              <a:rPr sz="2000" spc="50">
                <a:latin typeface="Arial"/>
                <a:cs typeface="Arial"/>
              </a:rPr>
              <a:t>file</a:t>
            </a:r>
            <a:r>
              <a:rPr sz="2000" spc="-2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in</a:t>
            </a:r>
            <a:r>
              <a:rPr sz="2000" spc="-2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the</a:t>
            </a:r>
            <a:r>
              <a:rPr sz="2000" spc="-4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directory</a:t>
            </a:r>
            <a:r>
              <a:rPr sz="2000" spc="-45">
                <a:latin typeface="Arial"/>
                <a:cs typeface="Arial"/>
              </a:rPr>
              <a:t> </a:t>
            </a:r>
            <a:r>
              <a:rPr sz="2000" spc="-25">
                <a:latin typeface="Arial"/>
                <a:cs typeface="Arial"/>
              </a:rPr>
              <a:t>and</a:t>
            </a:r>
            <a:r>
              <a:rPr sz="2000" spc="-4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select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any</a:t>
            </a:r>
            <a:r>
              <a:rPr sz="2000" spc="-35">
                <a:latin typeface="Arial"/>
                <a:cs typeface="Arial"/>
              </a:rPr>
              <a:t> </a:t>
            </a:r>
            <a:r>
              <a:rPr sz="2000" spc="65">
                <a:latin typeface="Arial"/>
                <a:cs typeface="Arial"/>
              </a:rPr>
              <a:t>of</a:t>
            </a:r>
            <a:r>
              <a:rPr sz="2000" spc="-3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the</a:t>
            </a:r>
            <a:r>
              <a:rPr sz="2000" spc="-4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Convert,</a:t>
            </a:r>
            <a:r>
              <a:rPr sz="2000" spc="-40">
                <a:latin typeface="Arial"/>
                <a:cs typeface="Arial"/>
              </a:rPr>
              <a:t> </a:t>
            </a:r>
            <a:r>
              <a:rPr sz="2000" spc="-20">
                <a:latin typeface="Arial"/>
                <a:cs typeface="Arial"/>
              </a:rPr>
              <a:t>Create,</a:t>
            </a:r>
            <a:r>
              <a:rPr sz="2000" spc="-4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or</a:t>
            </a:r>
            <a:r>
              <a:rPr sz="2000" spc="-35">
                <a:latin typeface="Arial"/>
                <a:cs typeface="Arial"/>
              </a:rPr>
              <a:t> </a:t>
            </a:r>
            <a:r>
              <a:rPr sz="2000" spc="-25">
                <a:latin typeface="Arial"/>
                <a:cs typeface="Arial"/>
              </a:rPr>
              <a:t>Combine</a:t>
            </a:r>
            <a:r>
              <a:rPr sz="2000" spc="-5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Adobe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options.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72678" y="4979161"/>
            <a:ext cx="0" cy="4716780"/>
          </a:xfrm>
          <a:custGeom>
            <a:avLst/>
            <a:gdLst/>
            <a:ahLst/>
            <a:cxnLst/>
            <a:rect l="l" t="t" r="r" b="b"/>
            <a:pathLst>
              <a:path h="4716780">
                <a:moveTo>
                  <a:pt x="0" y="0"/>
                </a:moveTo>
                <a:lnTo>
                  <a:pt x="0" y="4716386"/>
                </a:lnTo>
              </a:path>
            </a:pathLst>
          </a:custGeom>
          <a:ln w="12700">
            <a:solidFill>
              <a:srgbClr val="B9C0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3139" y="3599433"/>
            <a:ext cx="564324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90">
                <a:latin typeface="Arial"/>
                <a:cs typeface="Arial"/>
              </a:rPr>
              <a:t>Saving</a:t>
            </a:r>
            <a:r>
              <a:rPr sz="2000" i="1" spc="-105">
                <a:latin typeface="Arial"/>
                <a:cs typeface="Arial"/>
              </a:rPr>
              <a:t> </a:t>
            </a:r>
            <a:r>
              <a:rPr sz="2000" i="1" spc="95">
                <a:latin typeface="Arial"/>
                <a:cs typeface="Arial"/>
              </a:rPr>
              <a:t>to</a:t>
            </a:r>
            <a:r>
              <a:rPr sz="2000" i="1" spc="-85">
                <a:latin typeface="Arial"/>
                <a:cs typeface="Arial"/>
              </a:rPr>
              <a:t> </a:t>
            </a:r>
            <a:r>
              <a:rPr sz="2000" i="1">
                <a:latin typeface="Arial"/>
                <a:cs typeface="Arial"/>
              </a:rPr>
              <a:t>the</a:t>
            </a:r>
            <a:r>
              <a:rPr sz="2000" i="1" spc="-110">
                <a:latin typeface="Arial"/>
                <a:cs typeface="Arial"/>
              </a:rPr>
              <a:t> </a:t>
            </a:r>
            <a:r>
              <a:rPr sz="2000" i="1" spc="-120">
                <a:latin typeface="Arial"/>
                <a:cs typeface="Arial"/>
              </a:rPr>
              <a:t>same</a:t>
            </a:r>
            <a:r>
              <a:rPr sz="2000" i="1" spc="-90">
                <a:latin typeface="Arial"/>
                <a:cs typeface="Arial"/>
              </a:rPr>
              <a:t> </a:t>
            </a:r>
            <a:r>
              <a:rPr sz="2000" i="1" spc="-10">
                <a:latin typeface="Arial"/>
                <a:cs typeface="Arial"/>
              </a:rPr>
              <a:t>location</a:t>
            </a:r>
            <a:r>
              <a:rPr sz="2000" i="1" spc="-114">
                <a:latin typeface="Arial"/>
                <a:cs typeface="Arial"/>
              </a:rPr>
              <a:t> </a:t>
            </a:r>
            <a:r>
              <a:rPr sz="2000" i="1" spc="-135">
                <a:latin typeface="Arial"/>
                <a:cs typeface="Arial"/>
              </a:rPr>
              <a:t>as</a:t>
            </a:r>
            <a:r>
              <a:rPr sz="2000" i="1" spc="-60">
                <a:latin typeface="Arial"/>
                <a:cs typeface="Arial"/>
              </a:rPr>
              <a:t> </a:t>
            </a:r>
            <a:r>
              <a:rPr sz="2000" i="1">
                <a:latin typeface="Arial"/>
                <a:cs typeface="Arial"/>
              </a:rPr>
              <a:t>the</a:t>
            </a:r>
            <a:r>
              <a:rPr sz="2000" i="1" spc="-110">
                <a:latin typeface="Arial"/>
                <a:cs typeface="Arial"/>
              </a:rPr>
              <a:t> </a:t>
            </a:r>
            <a:r>
              <a:rPr sz="2000" i="1" spc="-40">
                <a:latin typeface="Arial"/>
                <a:cs typeface="Arial"/>
              </a:rPr>
              <a:t>PowerPoint</a:t>
            </a:r>
            <a:r>
              <a:rPr sz="2000" i="1" spc="-100">
                <a:latin typeface="Arial"/>
                <a:cs typeface="Arial"/>
              </a:rPr>
              <a:t> </a:t>
            </a:r>
            <a:r>
              <a:rPr sz="2000" i="1" spc="-10">
                <a:latin typeface="Arial"/>
                <a:cs typeface="Arial"/>
              </a:rPr>
              <a:t>deck:</a:t>
            </a:r>
            <a:endParaRPr sz="2000">
              <a:latin typeface="Arial"/>
              <a:cs typeface="Arial"/>
            </a:endParaRPr>
          </a:p>
          <a:p>
            <a:pPr marL="169545">
              <a:lnSpc>
                <a:spcPct val="100000"/>
              </a:lnSpc>
              <a:spcBef>
                <a:spcPts val="1690"/>
              </a:spcBef>
            </a:pPr>
            <a:r>
              <a:rPr sz="2000" b="1" spc="-65">
                <a:latin typeface="Arial"/>
                <a:cs typeface="Arial"/>
              </a:rPr>
              <a:t>On</a:t>
            </a:r>
            <a:r>
              <a:rPr sz="2000" b="1" spc="-135">
                <a:latin typeface="Arial"/>
                <a:cs typeface="Arial"/>
              </a:rPr>
              <a:t> </a:t>
            </a:r>
            <a:r>
              <a:rPr sz="2000" b="1" spc="-50">
                <a:latin typeface="Arial"/>
                <a:cs typeface="Arial"/>
              </a:rPr>
              <a:t>a</a:t>
            </a:r>
            <a:r>
              <a:rPr sz="2000" b="1" spc="-125">
                <a:latin typeface="Arial"/>
                <a:cs typeface="Arial"/>
              </a:rPr>
              <a:t> </a:t>
            </a:r>
            <a:r>
              <a:rPr sz="2000" b="1" spc="-25">
                <a:latin typeface="Arial"/>
                <a:cs typeface="Arial"/>
              </a:rPr>
              <a:t>PC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49959" y="4609972"/>
          <a:ext cx="6055360" cy="1704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4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R="26860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28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635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File.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26860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2.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8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400" spc="-5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(or</a:t>
                      </a:r>
                      <a:r>
                        <a:rPr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Copy).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26860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3.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 marR="2520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drop-down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arrow</a:t>
                      </a:r>
                      <a:r>
                        <a:rPr sz="1400" spc="1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below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File</a:t>
                      </a:r>
                      <a:r>
                        <a:rPr sz="1400" spc="-5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Name</a:t>
                      </a:r>
                      <a:r>
                        <a:rPr sz="1400" spc="-45">
                          <a:latin typeface="Arial"/>
                          <a:cs typeface="Arial"/>
                        </a:rPr>
                        <a:t>,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then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 select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PDF </a:t>
                      </a:r>
                      <a:r>
                        <a:rPr sz="140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(*.pdf)</a:t>
                      </a:r>
                      <a:r>
                        <a:rPr sz="1400" spc="-7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option.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26860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4.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4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button.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774048" y="3599433"/>
            <a:ext cx="603948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90">
                <a:latin typeface="Arial"/>
                <a:cs typeface="Arial"/>
              </a:rPr>
              <a:t>Saving </a:t>
            </a:r>
            <a:r>
              <a:rPr sz="2000" i="1" spc="95">
                <a:latin typeface="Arial"/>
                <a:cs typeface="Arial"/>
              </a:rPr>
              <a:t>to</a:t>
            </a:r>
            <a:r>
              <a:rPr sz="2000" i="1" spc="-75">
                <a:latin typeface="Arial"/>
                <a:cs typeface="Arial"/>
              </a:rPr>
              <a:t> </a:t>
            </a:r>
            <a:r>
              <a:rPr sz="2000" i="1" spc="-130">
                <a:latin typeface="Arial"/>
                <a:cs typeface="Arial"/>
              </a:rPr>
              <a:t>a</a:t>
            </a:r>
            <a:r>
              <a:rPr sz="2000" i="1" spc="-50">
                <a:latin typeface="Arial"/>
                <a:cs typeface="Arial"/>
              </a:rPr>
              <a:t> </a:t>
            </a:r>
            <a:r>
              <a:rPr sz="2000" i="1">
                <a:latin typeface="Arial"/>
                <a:cs typeface="Arial"/>
              </a:rPr>
              <a:t>different</a:t>
            </a:r>
            <a:r>
              <a:rPr sz="2000" i="1" spc="-90">
                <a:latin typeface="Arial"/>
                <a:cs typeface="Arial"/>
              </a:rPr>
              <a:t> </a:t>
            </a:r>
            <a:r>
              <a:rPr sz="2000" i="1" spc="-10">
                <a:latin typeface="Arial"/>
                <a:cs typeface="Arial"/>
              </a:rPr>
              <a:t>location</a:t>
            </a:r>
            <a:r>
              <a:rPr sz="2000" i="1" spc="-100">
                <a:latin typeface="Arial"/>
                <a:cs typeface="Arial"/>
              </a:rPr>
              <a:t> </a:t>
            </a:r>
            <a:r>
              <a:rPr sz="2000" i="1" spc="-10">
                <a:latin typeface="Arial"/>
                <a:cs typeface="Arial"/>
              </a:rPr>
              <a:t>than</a:t>
            </a:r>
            <a:r>
              <a:rPr sz="2000" i="1" spc="-85">
                <a:latin typeface="Arial"/>
                <a:cs typeface="Arial"/>
              </a:rPr>
              <a:t> </a:t>
            </a:r>
            <a:r>
              <a:rPr sz="2000" i="1">
                <a:latin typeface="Arial"/>
                <a:cs typeface="Arial"/>
              </a:rPr>
              <a:t>the</a:t>
            </a:r>
            <a:r>
              <a:rPr sz="2000" i="1" spc="-110">
                <a:latin typeface="Arial"/>
                <a:cs typeface="Arial"/>
              </a:rPr>
              <a:t> </a:t>
            </a:r>
            <a:r>
              <a:rPr sz="2000" i="1" spc="-40">
                <a:latin typeface="Arial"/>
                <a:cs typeface="Arial"/>
              </a:rPr>
              <a:t>PowerPoint</a:t>
            </a:r>
            <a:r>
              <a:rPr sz="2000" i="1" spc="-90">
                <a:latin typeface="Arial"/>
                <a:cs typeface="Arial"/>
              </a:rPr>
              <a:t> </a:t>
            </a:r>
            <a:r>
              <a:rPr sz="2000" i="1" spc="-10">
                <a:latin typeface="Arial"/>
                <a:cs typeface="Arial"/>
              </a:rPr>
              <a:t>deck:</a:t>
            </a:r>
            <a:endParaRPr sz="2000">
              <a:latin typeface="Arial"/>
              <a:cs typeface="Arial"/>
            </a:endParaRPr>
          </a:p>
          <a:p>
            <a:pPr marL="472440">
              <a:lnSpc>
                <a:spcPct val="100000"/>
              </a:lnSpc>
              <a:spcBef>
                <a:spcPts val="1690"/>
              </a:spcBef>
            </a:pPr>
            <a:r>
              <a:rPr sz="2000" b="1" spc="-65">
                <a:latin typeface="Arial"/>
                <a:cs typeface="Arial"/>
              </a:rPr>
              <a:t>On</a:t>
            </a:r>
            <a:r>
              <a:rPr sz="2000" b="1" spc="-135">
                <a:latin typeface="Arial"/>
                <a:cs typeface="Arial"/>
              </a:rPr>
              <a:t> </a:t>
            </a:r>
            <a:r>
              <a:rPr sz="2000" b="1" spc="-50">
                <a:latin typeface="Arial"/>
                <a:cs typeface="Arial"/>
              </a:rPr>
              <a:t>a</a:t>
            </a:r>
            <a:r>
              <a:rPr sz="2000" b="1" spc="-125">
                <a:latin typeface="Arial"/>
                <a:cs typeface="Arial"/>
              </a:rPr>
              <a:t> </a:t>
            </a:r>
            <a:r>
              <a:rPr sz="2000" b="1" spc="-25">
                <a:latin typeface="Arial"/>
                <a:cs typeface="Arial"/>
              </a:rPr>
              <a:t>PC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681719" y="4609972"/>
          <a:ext cx="8946514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7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28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635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File.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2.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7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As (or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Copy)</a:t>
                      </a:r>
                      <a:r>
                        <a:rPr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then</a:t>
                      </a:r>
                      <a:r>
                        <a:rPr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Browse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3.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Locate</a:t>
                      </a:r>
                      <a:r>
                        <a:rPr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preferred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Folder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4.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drop-down</a:t>
                      </a:r>
                      <a:r>
                        <a:rPr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arrow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next</a:t>
                      </a:r>
                      <a:r>
                        <a:rPr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75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5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400" spc="-2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sz="1400">
                          <a:latin typeface="Arial"/>
                          <a:cs typeface="Arial"/>
                        </a:rPr>
                        <a:t>,</a:t>
                      </a:r>
                      <a:r>
                        <a:rPr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then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PDF</a:t>
                      </a:r>
                      <a:r>
                        <a:rPr sz="1400" spc="-5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(*.pdf)</a:t>
                      </a:r>
                      <a:r>
                        <a:rPr sz="1400" spc="-4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option.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5.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5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button.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150111" y="6759067"/>
            <a:ext cx="1100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65">
                <a:latin typeface="Arial"/>
                <a:cs typeface="Arial"/>
              </a:rPr>
              <a:t>On</a:t>
            </a:r>
            <a:r>
              <a:rPr sz="2000" b="1" spc="-135">
                <a:latin typeface="Arial"/>
                <a:cs typeface="Arial"/>
              </a:rPr>
              <a:t> </a:t>
            </a:r>
            <a:r>
              <a:rPr sz="2000" b="1" spc="-50">
                <a:latin typeface="Arial"/>
                <a:cs typeface="Arial"/>
              </a:rPr>
              <a:t>a</a:t>
            </a:r>
            <a:r>
              <a:rPr sz="2000" b="1" spc="-125">
                <a:latin typeface="Arial"/>
                <a:cs typeface="Arial"/>
              </a:rPr>
              <a:t> </a:t>
            </a:r>
            <a:r>
              <a:rPr sz="2000" b="1" spc="-25">
                <a:latin typeface="Arial"/>
                <a:cs typeface="Arial"/>
              </a:rPr>
              <a:t>Mac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49959" y="7250176"/>
          <a:ext cx="6055360" cy="1705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4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R="2686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8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R w="635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File.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2686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2.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7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As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(or</a:t>
                      </a:r>
                      <a:r>
                        <a:rPr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Copy).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26860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3.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 marR="3651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drop-down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arrow next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75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File</a:t>
                      </a:r>
                      <a:r>
                        <a:rPr sz="1400" spc="-5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Format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,</a:t>
                      </a:r>
                      <a:r>
                        <a:rPr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then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select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PDF</a:t>
                      </a:r>
                      <a:r>
                        <a:rPr sz="1400" spc="-5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(*.pdf)</a:t>
                      </a:r>
                      <a:r>
                        <a:rPr sz="1400" spc="-6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option.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(see</a:t>
                      </a:r>
                      <a:r>
                        <a:rPr sz="1400">
                          <a:latin typeface="Arial"/>
                          <a:cs typeface="Arial"/>
                        </a:rPr>
                        <a:t> Note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below)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2686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4.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4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button.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9234043" y="6759067"/>
            <a:ext cx="1100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65">
                <a:latin typeface="Arial"/>
                <a:cs typeface="Arial"/>
              </a:rPr>
              <a:t>On</a:t>
            </a:r>
            <a:r>
              <a:rPr sz="2000" b="1" spc="-135">
                <a:latin typeface="Arial"/>
                <a:cs typeface="Arial"/>
              </a:rPr>
              <a:t> </a:t>
            </a:r>
            <a:r>
              <a:rPr sz="2000" b="1" spc="-50">
                <a:latin typeface="Arial"/>
                <a:cs typeface="Arial"/>
              </a:rPr>
              <a:t>a</a:t>
            </a:r>
            <a:r>
              <a:rPr sz="2000" b="1" spc="-125">
                <a:latin typeface="Arial"/>
                <a:cs typeface="Arial"/>
              </a:rPr>
              <a:t> </a:t>
            </a:r>
            <a:r>
              <a:rPr sz="2000" b="1" spc="-25">
                <a:latin typeface="Arial"/>
                <a:cs typeface="Arial"/>
              </a:rPr>
              <a:t>Mac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681719" y="7250176"/>
          <a:ext cx="8946514" cy="1979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7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8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R w="635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File.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2.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6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As</a:t>
                      </a:r>
                      <a:r>
                        <a:rPr sz="1400" spc="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(or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a Copy)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and </a:t>
                      </a:r>
                      <a:r>
                        <a:rPr sz="1400">
                          <a:latin typeface="Arial"/>
                          <a:cs typeface="Arial"/>
                        </a:rPr>
                        <a:t>then</a:t>
                      </a:r>
                      <a:r>
                        <a:rPr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browse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Sidebar</a:t>
                      </a:r>
                      <a:r>
                        <a:rPr sz="1400" spc="-5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75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locate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folder..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4.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preferred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Folder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5.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drop-down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arrow</a:t>
                      </a:r>
                      <a:r>
                        <a:rPr sz="1400" spc="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next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75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File</a:t>
                      </a:r>
                      <a:r>
                        <a:rPr sz="1400" spc="-5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Format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,</a:t>
                      </a:r>
                      <a:r>
                        <a:rPr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then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PDF</a:t>
                      </a:r>
                      <a:r>
                        <a:rPr sz="1400" spc="-5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(*.pdf)</a:t>
                      </a:r>
                      <a:r>
                        <a:rPr sz="1400" spc="-5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option.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 (see</a:t>
                      </a:r>
                      <a:r>
                        <a:rPr sz="1400">
                          <a:latin typeface="Arial"/>
                          <a:cs typeface="Arial"/>
                        </a:rPr>
                        <a:t> Note</a:t>
                      </a:r>
                      <a:r>
                        <a:rPr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below)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26670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6.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400">
                          <a:latin typeface="Arial"/>
                          <a:cs typeface="Arial"/>
                        </a:rPr>
                        <a:t>Select</a:t>
                      </a:r>
                      <a:r>
                        <a:rPr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40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Save</a:t>
                      </a:r>
                      <a:r>
                        <a:rPr sz="1400" spc="-5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>
                          <a:latin typeface="Arial"/>
                          <a:cs typeface="Arial"/>
                        </a:rPr>
                        <a:t>button.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0138029" y="9427261"/>
            <a:ext cx="631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40">
                <a:latin typeface="Arial"/>
                <a:cs typeface="Arial"/>
              </a:rPr>
              <a:t>*NOTE:</a:t>
            </a:r>
            <a:r>
              <a:rPr sz="1400" spc="-1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When</a:t>
            </a:r>
            <a:r>
              <a:rPr sz="1400" spc="10">
                <a:latin typeface="Arial"/>
                <a:cs typeface="Arial"/>
              </a:rPr>
              <a:t> </a:t>
            </a:r>
            <a:r>
              <a:rPr sz="1400" spc="-30">
                <a:latin typeface="Arial"/>
                <a:cs typeface="Arial"/>
              </a:rPr>
              <a:t>asked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 spc="55">
                <a:latin typeface="Arial"/>
                <a:cs typeface="Arial"/>
              </a:rPr>
              <a:t>if</a:t>
            </a:r>
            <a:r>
              <a:rPr sz="1400" spc="2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you</a:t>
            </a:r>
            <a:r>
              <a:rPr sz="1400" spc="2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want</a:t>
            </a:r>
            <a:r>
              <a:rPr sz="1400" spc="-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Best</a:t>
            </a:r>
            <a:r>
              <a:rPr sz="1400" spc="1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for</a:t>
            </a:r>
            <a:r>
              <a:rPr sz="1400" spc="2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electronic</a:t>
            </a:r>
            <a:r>
              <a:rPr sz="1400" spc="2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distribution</a:t>
            </a:r>
            <a:r>
              <a:rPr sz="1400" spc="10">
                <a:latin typeface="Arial"/>
                <a:cs typeface="Arial"/>
              </a:rPr>
              <a:t> </a:t>
            </a:r>
            <a:r>
              <a:rPr sz="1400" spc="-20">
                <a:latin typeface="Arial"/>
                <a:cs typeface="Arial"/>
              </a:rPr>
              <a:t>and</a:t>
            </a:r>
            <a:r>
              <a:rPr sz="1400" spc="15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accessibility </a:t>
            </a:r>
            <a:r>
              <a:rPr sz="1400">
                <a:latin typeface="Arial"/>
                <a:cs typeface="Arial"/>
              </a:rPr>
              <a:t>or</a:t>
            </a:r>
            <a:r>
              <a:rPr sz="1400" spc="-1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Best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for printing,</a:t>
            </a:r>
            <a:r>
              <a:rPr sz="1400" spc="-2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select</a:t>
            </a:r>
            <a:r>
              <a:rPr sz="1400" spc="-1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Best</a:t>
            </a:r>
            <a:r>
              <a:rPr sz="1400" spc="-5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for</a:t>
            </a:r>
            <a:r>
              <a:rPr sz="1400" spc="-35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printing.</a:t>
            </a:r>
            <a:r>
              <a:rPr sz="1400" spc="-4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This </a:t>
            </a:r>
            <a:r>
              <a:rPr sz="1400">
                <a:solidFill>
                  <a:srgbClr val="0766D1"/>
                </a:solidFill>
                <a:latin typeface="Arial"/>
                <a:cs typeface="Arial"/>
              </a:rPr>
              <a:t>WILL</a:t>
            </a:r>
            <a:r>
              <a:rPr sz="1400" spc="-55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0766D1"/>
                </a:solidFill>
                <a:latin typeface="Arial"/>
                <a:cs typeface="Arial"/>
              </a:rPr>
              <a:t>NOT</a:t>
            </a:r>
            <a:r>
              <a:rPr sz="1400" spc="-60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retain</a:t>
            </a:r>
            <a:r>
              <a:rPr sz="1400" spc="-10">
                <a:latin typeface="Arial"/>
                <a:cs typeface="Arial"/>
              </a:rPr>
              <a:t> hyperlinks.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3139" y="9427261"/>
            <a:ext cx="40443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>
                <a:latin typeface="Arial"/>
                <a:cs typeface="Arial"/>
              </a:rPr>
              <a:t>Go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 u="sng" spc="-25">
                <a:solidFill>
                  <a:srgbClr val="4397F8"/>
                </a:solidFill>
                <a:uFill>
                  <a:solidFill>
                    <a:srgbClr val="4397F8"/>
                  </a:solidFill>
                </a:uFill>
                <a:latin typeface="Arial"/>
                <a:cs typeface="Arial"/>
                <a:hlinkClick r:id="rId2"/>
              </a:rPr>
              <a:t>here</a:t>
            </a:r>
            <a:r>
              <a:rPr sz="1400" spc="25">
                <a:solidFill>
                  <a:srgbClr val="4397F8"/>
                </a:solidFill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for</a:t>
            </a:r>
            <a:r>
              <a:rPr sz="1400" spc="4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additional</a:t>
            </a:r>
            <a:r>
              <a:rPr sz="1400" spc="1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information</a:t>
            </a:r>
            <a:r>
              <a:rPr sz="1400" spc="30">
                <a:latin typeface="Arial"/>
                <a:cs typeface="Arial"/>
              </a:rPr>
              <a:t> </a:t>
            </a:r>
            <a:r>
              <a:rPr sz="1400" spc="-30">
                <a:latin typeface="Arial"/>
                <a:cs typeface="Arial"/>
              </a:rPr>
              <a:t>and</a:t>
            </a:r>
            <a:r>
              <a:rPr sz="1400" spc="15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screenshots.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18540"/>
            <a:ext cx="1298511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15"/>
              <a:t>HOW</a:t>
            </a:r>
            <a:r>
              <a:rPr spc="-540"/>
              <a:t> </a:t>
            </a:r>
            <a:r>
              <a:t>TO</a:t>
            </a:r>
            <a:r>
              <a:rPr spc="-509"/>
              <a:t> </a:t>
            </a:r>
            <a:r>
              <a:rPr spc="-250"/>
              <a:t>LOCATE</a:t>
            </a:r>
            <a:r>
              <a:rPr spc="-540"/>
              <a:t> </a:t>
            </a:r>
            <a:r>
              <a:rPr spc="-125"/>
              <a:t>ICONS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3508" y="1827657"/>
            <a:ext cx="14640560" cy="1166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00"/>
              </a:spcBef>
            </a:pPr>
            <a:r>
              <a:rPr sz="3200" spc="-55">
                <a:latin typeface="Arial"/>
                <a:cs typeface="Arial"/>
              </a:rPr>
              <a:t>Please</a:t>
            </a:r>
            <a:r>
              <a:rPr sz="3200" spc="-85">
                <a:latin typeface="Arial"/>
                <a:cs typeface="Arial"/>
              </a:rPr>
              <a:t> </a:t>
            </a:r>
            <a:r>
              <a:rPr sz="3200" spc="120">
                <a:latin typeface="Arial"/>
                <a:cs typeface="Arial"/>
              </a:rPr>
              <a:t>follow</a:t>
            </a:r>
            <a:r>
              <a:rPr sz="3200" spc="-80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these</a:t>
            </a:r>
            <a:r>
              <a:rPr sz="3200" spc="-80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steps</a:t>
            </a:r>
            <a:r>
              <a:rPr sz="3200" spc="-95">
                <a:latin typeface="Arial"/>
                <a:cs typeface="Arial"/>
              </a:rPr>
              <a:t> </a:t>
            </a:r>
            <a:r>
              <a:rPr sz="3200" spc="170">
                <a:latin typeface="Arial"/>
                <a:cs typeface="Arial"/>
              </a:rPr>
              <a:t>to</a:t>
            </a:r>
            <a:r>
              <a:rPr sz="3200" spc="-80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locate</a:t>
            </a:r>
            <a:r>
              <a:rPr sz="3200" spc="-80">
                <a:latin typeface="Arial"/>
                <a:cs typeface="Arial"/>
              </a:rPr>
              <a:t> </a:t>
            </a:r>
            <a:r>
              <a:rPr sz="3200" spc="55">
                <a:latin typeface="Arial"/>
                <a:cs typeface="Arial"/>
              </a:rPr>
              <a:t>the</a:t>
            </a:r>
            <a:r>
              <a:rPr sz="3200" spc="-80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icons</a:t>
            </a:r>
            <a:r>
              <a:rPr sz="3200" spc="-85">
                <a:latin typeface="Arial"/>
                <a:cs typeface="Arial"/>
              </a:rPr>
              <a:t> </a:t>
            </a:r>
            <a:r>
              <a:rPr sz="3200" spc="-25">
                <a:latin typeface="Arial"/>
                <a:cs typeface="Arial"/>
              </a:rPr>
              <a:t>using</a:t>
            </a:r>
            <a:r>
              <a:rPr sz="3200" spc="-100">
                <a:latin typeface="Arial"/>
                <a:cs typeface="Arial"/>
              </a:rPr>
              <a:t> </a:t>
            </a:r>
            <a:r>
              <a:rPr sz="3200" spc="55">
                <a:latin typeface="Arial"/>
                <a:cs typeface="Arial"/>
              </a:rPr>
              <a:t>the</a:t>
            </a:r>
            <a:r>
              <a:rPr sz="3200" spc="-70">
                <a:latin typeface="Arial"/>
                <a:cs typeface="Arial"/>
              </a:rPr>
              <a:t> </a:t>
            </a:r>
            <a:r>
              <a:rPr sz="3200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PowerPoint</a:t>
            </a:r>
            <a:r>
              <a:rPr sz="3200" u="sng" spc="-7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200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desktop</a:t>
            </a:r>
            <a:r>
              <a:rPr sz="3200" u="sng" spc="-10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200" u="sng" spc="-2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app</a:t>
            </a:r>
            <a:r>
              <a:rPr sz="3200" spc="-2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40"/>
              </a:spcBef>
              <a:tabLst>
                <a:tab pos="8865235" algn="l"/>
              </a:tabLst>
            </a:pPr>
            <a:r>
              <a:rPr sz="2000" b="1" spc="-65">
                <a:latin typeface="Arial"/>
                <a:cs typeface="Arial"/>
              </a:rPr>
              <a:t>On</a:t>
            </a:r>
            <a:r>
              <a:rPr sz="2000" b="1" spc="-135">
                <a:latin typeface="Arial"/>
                <a:cs typeface="Arial"/>
              </a:rPr>
              <a:t> </a:t>
            </a:r>
            <a:r>
              <a:rPr sz="2000" b="1" spc="-50">
                <a:latin typeface="Arial"/>
                <a:cs typeface="Arial"/>
              </a:rPr>
              <a:t>a</a:t>
            </a:r>
            <a:r>
              <a:rPr sz="2000" b="1" spc="-125">
                <a:latin typeface="Arial"/>
                <a:cs typeface="Arial"/>
              </a:rPr>
              <a:t> </a:t>
            </a:r>
            <a:r>
              <a:rPr sz="2000" b="1" spc="-25">
                <a:latin typeface="Arial"/>
                <a:cs typeface="Arial"/>
              </a:rPr>
              <a:t>PC</a:t>
            </a:r>
            <a:r>
              <a:rPr sz="2000" b="1">
                <a:latin typeface="Arial"/>
                <a:cs typeface="Arial"/>
              </a:rPr>
              <a:t>	</a:t>
            </a:r>
            <a:r>
              <a:rPr sz="2000" b="1" spc="-65">
                <a:latin typeface="Arial"/>
                <a:cs typeface="Arial"/>
              </a:rPr>
              <a:t>On</a:t>
            </a:r>
            <a:r>
              <a:rPr sz="2000" b="1" spc="-135">
                <a:latin typeface="Arial"/>
                <a:cs typeface="Arial"/>
              </a:rPr>
              <a:t> </a:t>
            </a:r>
            <a:r>
              <a:rPr sz="2000" b="1" spc="-50">
                <a:latin typeface="Arial"/>
                <a:cs typeface="Arial"/>
              </a:rPr>
              <a:t>a</a:t>
            </a:r>
            <a:r>
              <a:rPr sz="2000" b="1" spc="-125">
                <a:latin typeface="Arial"/>
                <a:cs typeface="Arial"/>
              </a:rPr>
              <a:t> </a:t>
            </a:r>
            <a:r>
              <a:rPr sz="2000" b="1" spc="-25">
                <a:latin typeface="Arial"/>
                <a:cs typeface="Arial"/>
              </a:rPr>
              <a:t>Mac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3559" y="3384803"/>
          <a:ext cx="6055360" cy="2513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4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R="26860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700" spc="-38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R w="635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>
                          <a:latin typeface="Arial"/>
                          <a:cs typeface="Arial"/>
                        </a:rPr>
                        <a:t>Select</a:t>
                      </a:r>
                      <a:r>
                        <a:rPr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File.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7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2.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>
                          <a:latin typeface="Arial"/>
                          <a:cs typeface="Arial"/>
                        </a:rPr>
                        <a:t>Select</a:t>
                      </a:r>
                      <a:r>
                        <a:rPr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New.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7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3.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>
                          <a:latin typeface="Arial"/>
                          <a:cs typeface="Arial"/>
                        </a:rPr>
                        <a:t>Select</a:t>
                      </a:r>
                      <a:r>
                        <a:rPr sz="1800" spc="-40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4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8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SAS </a:t>
                      </a:r>
                      <a:r>
                        <a:rPr sz="1800" spc="-10">
                          <a:latin typeface="Arial"/>
                          <a:cs typeface="Arial"/>
                        </a:rPr>
                        <a:t>folder.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R="26860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7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4.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>
                          <a:latin typeface="Arial"/>
                          <a:cs typeface="Arial"/>
                        </a:rPr>
                        <a:t>Select</a:t>
                      </a:r>
                      <a:r>
                        <a:rPr sz="1800" spc="-30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Icon</a:t>
                      </a:r>
                      <a:r>
                        <a:rPr sz="1800" spc="-7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Library</a:t>
                      </a:r>
                      <a:r>
                        <a:rPr sz="1800" spc="-9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folder</a:t>
                      </a:r>
                      <a:r>
                        <a:rPr sz="1800" spc="-20">
                          <a:latin typeface="Arial"/>
                          <a:cs typeface="Arial"/>
                        </a:rPr>
                        <a:t> and </a:t>
                      </a:r>
                      <a:r>
                        <a:rPr sz="1800">
                          <a:latin typeface="Arial"/>
                          <a:cs typeface="Arial"/>
                        </a:rPr>
                        <a:t>launch</a:t>
                      </a:r>
                      <a:r>
                        <a:rPr sz="18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4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>
                          <a:latin typeface="Arial"/>
                          <a:cs typeface="Arial"/>
                        </a:rPr>
                        <a:t>file.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R="26860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7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5.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>
                          <a:latin typeface="Arial"/>
                          <a:cs typeface="Arial"/>
                        </a:rPr>
                        <a:t>Copy</a:t>
                      </a:r>
                      <a:r>
                        <a:rPr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your</a:t>
                      </a:r>
                      <a:r>
                        <a:rPr sz="1800" spc="-5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icon</a:t>
                      </a:r>
                      <a:r>
                        <a:rPr sz="1800" spc="-1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55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paste</a:t>
                      </a:r>
                      <a:r>
                        <a:rPr sz="1800" spc="-65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110">
                          <a:latin typeface="Arial"/>
                          <a:cs typeface="Arial"/>
                        </a:rPr>
                        <a:t>it</a:t>
                      </a:r>
                      <a:r>
                        <a:rPr sz="1800" spc="-55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50">
                          <a:latin typeface="Arial"/>
                          <a:cs typeface="Arial"/>
                        </a:rPr>
                        <a:t>into</a:t>
                      </a:r>
                      <a:r>
                        <a:rPr sz="1800" spc="-75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your</a:t>
                      </a:r>
                      <a:r>
                        <a:rPr sz="1800" spc="-55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>
                          <a:latin typeface="Arial"/>
                          <a:cs typeface="Arial"/>
                        </a:rPr>
                        <a:t>slide.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object 5" descr="A screenshot of The SAS folder inside PowerPoin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6014" y="6127048"/>
            <a:ext cx="6923278" cy="313686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144000" y="3200273"/>
            <a:ext cx="0" cy="5512435"/>
          </a:xfrm>
          <a:custGeom>
            <a:avLst/>
            <a:gdLst/>
            <a:ahLst/>
            <a:cxnLst/>
            <a:rect l="l" t="t" r="r" b="b"/>
            <a:pathLst>
              <a:path h="5512434">
                <a:moveTo>
                  <a:pt x="0" y="0"/>
                </a:moveTo>
                <a:lnTo>
                  <a:pt x="0" y="5511927"/>
                </a:lnTo>
              </a:path>
            </a:pathLst>
          </a:custGeom>
          <a:ln w="12700">
            <a:solidFill>
              <a:srgbClr val="B9C0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595484" y="3384803"/>
          <a:ext cx="6055360" cy="2148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4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700" spc="-38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R w="635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>
                          <a:latin typeface="Arial"/>
                          <a:cs typeface="Arial"/>
                        </a:rPr>
                        <a:t>Select</a:t>
                      </a:r>
                      <a:r>
                        <a:rPr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File.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7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2.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>
                          <a:latin typeface="Arial"/>
                          <a:cs typeface="Arial"/>
                        </a:rPr>
                        <a:t>Select</a:t>
                      </a:r>
                      <a:r>
                        <a:rPr sz="1800" spc="-10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sz="1800" spc="-5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sz="1800" spc="-7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Template...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R="26670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7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3.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 marR="49275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>
                          <a:latin typeface="Arial"/>
                          <a:cs typeface="Arial"/>
                        </a:rPr>
                        <a:t>From</a:t>
                      </a:r>
                      <a:r>
                        <a:rPr sz="1800" spc="-25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8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SAS</a:t>
                      </a:r>
                      <a:r>
                        <a:rPr sz="1800" spc="-7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options,</a:t>
                      </a:r>
                      <a:r>
                        <a:rPr sz="1800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select</a:t>
                      </a:r>
                      <a:r>
                        <a:rPr sz="1800" spc="-35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Icon</a:t>
                      </a:r>
                      <a:r>
                        <a:rPr sz="1800" spc="-6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Library </a:t>
                      </a:r>
                      <a:r>
                        <a:rPr sz="1800">
                          <a:latin typeface="Arial"/>
                          <a:cs typeface="Arial"/>
                        </a:rPr>
                        <a:t>folder</a:t>
                      </a:r>
                      <a:r>
                        <a:rPr sz="1800" spc="-15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>
                          <a:latin typeface="Arial"/>
                          <a:cs typeface="Arial"/>
                        </a:rPr>
                        <a:t>and</a:t>
                      </a:r>
                      <a:r>
                        <a:rPr sz="1800">
                          <a:latin typeface="Arial"/>
                          <a:cs typeface="Arial"/>
                        </a:rPr>
                        <a:t> launch the </a:t>
                      </a:r>
                      <a:r>
                        <a:rPr sz="1800" spc="-10">
                          <a:latin typeface="Arial"/>
                          <a:cs typeface="Arial"/>
                        </a:rPr>
                        <a:t>file.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  <a:lnB w="635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700" spc="-25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4.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R w="6350">
                      <a:solidFill>
                        <a:srgbClr val="B9C0C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>
                          <a:latin typeface="Arial"/>
                          <a:cs typeface="Arial"/>
                        </a:rPr>
                        <a:t>Copy</a:t>
                      </a:r>
                      <a:r>
                        <a:rPr sz="1800" spc="-85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your</a:t>
                      </a:r>
                      <a:r>
                        <a:rPr sz="1800" spc="-5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icon</a:t>
                      </a:r>
                      <a:r>
                        <a:rPr sz="1800" spc="-114">
                          <a:solidFill>
                            <a:srgbClr val="0766D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60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paste</a:t>
                      </a:r>
                      <a:r>
                        <a:rPr sz="1800" spc="-65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110">
                          <a:latin typeface="Arial"/>
                          <a:cs typeface="Arial"/>
                        </a:rPr>
                        <a:t>it</a:t>
                      </a:r>
                      <a:r>
                        <a:rPr sz="1800" spc="-6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50">
                          <a:latin typeface="Arial"/>
                          <a:cs typeface="Arial"/>
                        </a:rPr>
                        <a:t>into</a:t>
                      </a:r>
                      <a:r>
                        <a:rPr sz="1800" spc="-80">
                          <a:latin typeface="Arial"/>
                          <a:cs typeface="Arial"/>
                        </a:rPr>
                        <a:t> </a:t>
                      </a:r>
                      <a:r>
                        <a:rPr sz="1800">
                          <a:latin typeface="Arial"/>
                          <a:cs typeface="Arial"/>
                        </a:rPr>
                        <a:t>your</a:t>
                      </a:r>
                      <a:r>
                        <a:rPr sz="1800" spc="-5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>
                          <a:latin typeface="Arial"/>
                          <a:cs typeface="Arial"/>
                        </a:rPr>
                        <a:t>slide.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B9C0C8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object 8" descr="A screenshot of the Icon Library folder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27182" y="6134185"/>
            <a:ext cx="6741668" cy="131588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18540"/>
            <a:ext cx="1071626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15"/>
              <a:t>HOW</a:t>
            </a:r>
            <a:r>
              <a:rPr spc="-555"/>
              <a:t> </a:t>
            </a:r>
            <a:r>
              <a:t>TO</a:t>
            </a:r>
            <a:r>
              <a:rPr spc="-525"/>
              <a:t> </a:t>
            </a:r>
            <a:r>
              <a:rPr spc="-425"/>
              <a:t>USE</a:t>
            </a:r>
            <a:r>
              <a:rPr spc="-555"/>
              <a:t> </a:t>
            </a:r>
            <a:r>
              <a:rPr spc="-120"/>
              <a:t>ICONS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827657"/>
            <a:ext cx="128752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>
                <a:latin typeface="Arial"/>
                <a:cs typeface="Arial"/>
              </a:rPr>
              <a:t>Please</a:t>
            </a:r>
            <a:r>
              <a:rPr sz="3200" spc="-120">
                <a:latin typeface="Arial"/>
                <a:cs typeface="Arial"/>
              </a:rPr>
              <a:t> </a:t>
            </a:r>
            <a:r>
              <a:rPr sz="3200" spc="120">
                <a:latin typeface="Arial"/>
                <a:cs typeface="Arial"/>
              </a:rPr>
              <a:t>follow</a:t>
            </a:r>
            <a:r>
              <a:rPr sz="3200" spc="-120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these</a:t>
            </a:r>
            <a:r>
              <a:rPr sz="3200" spc="-120">
                <a:latin typeface="Arial"/>
                <a:cs typeface="Arial"/>
              </a:rPr>
              <a:t> </a:t>
            </a:r>
            <a:r>
              <a:rPr sz="3200" spc="-10">
                <a:latin typeface="Arial"/>
                <a:cs typeface="Arial"/>
              </a:rPr>
              <a:t>guidelines</a:t>
            </a:r>
            <a:r>
              <a:rPr sz="3200" spc="-120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when</a:t>
            </a:r>
            <a:r>
              <a:rPr sz="3200" spc="-114">
                <a:latin typeface="Arial"/>
                <a:cs typeface="Arial"/>
              </a:rPr>
              <a:t> </a:t>
            </a:r>
            <a:r>
              <a:rPr sz="3200" spc="45">
                <a:latin typeface="Arial"/>
                <a:cs typeface="Arial"/>
              </a:rPr>
              <a:t>utilizing</a:t>
            </a:r>
            <a:r>
              <a:rPr sz="3200" spc="-150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icons</a:t>
            </a:r>
            <a:r>
              <a:rPr sz="3200" spc="-130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in</a:t>
            </a:r>
            <a:r>
              <a:rPr sz="3200" spc="-114">
                <a:latin typeface="Arial"/>
                <a:cs typeface="Arial"/>
              </a:rPr>
              <a:t> </a:t>
            </a:r>
            <a:r>
              <a:rPr sz="3200">
                <a:latin typeface="Arial"/>
                <a:cs typeface="Arial"/>
              </a:rPr>
              <a:t>your</a:t>
            </a:r>
            <a:r>
              <a:rPr sz="3200" spc="-120">
                <a:latin typeface="Arial"/>
                <a:cs typeface="Arial"/>
              </a:rPr>
              <a:t> </a:t>
            </a:r>
            <a:r>
              <a:rPr sz="3200" spc="-10">
                <a:latin typeface="Arial"/>
                <a:cs typeface="Arial"/>
              </a:rPr>
              <a:t>presentation.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508" y="2985643"/>
            <a:ext cx="45669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>
                <a:latin typeface="Arial"/>
                <a:cs typeface="Arial"/>
              </a:rPr>
              <a:t>ONLY</a:t>
            </a:r>
            <a:r>
              <a:rPr sz="2000" b="1" spc="-125">
                <a:latin typeface="Arial"/>
                <a:cs typeface="Arial"/>
              </a:rPr>
              <a:t> </a:t>
            </a:r>
            <a:r>
              <a:rPr sz="2000" spc="-110">
                <a:latin typeface="Arial"/>
                <a:cs typeface="Arial"/>
              </a:rPr>
              <a:t>USE</a:t>
            </a:r>
            <a:r>
              <a:rPr sz="2000" spc="-65">
                <a:latin typeface="Arial"/>
                <a:cs typeface="Arial"/>
              </a:rPr>
              <a:t> </a:t>
            </a:r>
            <a:r>
              <a:rPr sz="2000" spc="-90">
                <a:latin typeface="Arial"/>
                <a:cs typeface="Arial"/>
              </a:rPr>
              <a:t>THESE</a:t>
            </a:r>
            <a:r>
              <a:rPr sz="2000" spc="-75">
                <a:latin typeface="Arial"/>
                <a:cs typeface="Arial"/>
              </a:rPr>
              <a:t> </a:t>
            </a:r>
            <a:r>
              <a:rPr sz="2000" spc="-90">
                <a:latin typeface="Arial"/>
                <a:cs typeface="Arial"/>
              </a:rPr>
              <a:t>SPECIFIED </a:t>
            </a:r>
            <a:r>
              <a:rPr sz="2000" spc="-55">
                <a:latin typeface="Arial"/>
                <a:cs typeface="Arial"/>
              </a:rPr>
              <a:t>COLORS.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76046" y="3875151"/>
          <a:ext cx="1443990" cy="1847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3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B9C0C8"/>
                      </a:solidFill>
                      <a:prstDash val="solid"/>
                    </a:lnT>
                    <a:lnB w="1270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B9C0C8"/>
                      </a:solidFill>
                      <a:prstDash val="solid"/>
                    </a:lnT>
                    <a:lnB w="1270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234008" y="4264786"/>
            <a:ext cx="666115" cy="783590"/>
            <a:chOff x="1234008" y="4264786"/>
            <a:chExt cx="666115" cy="783590"/>
          </a:xfrm>
        </p:grpSpPr>
        <p:sp>
          <p:nvSpPr>
            <p:cNvPr id="7" name="object 7"/>
            <p:cNvSpPr/>
            <p:nvPr/>
          </p:nvSpPr>
          <p:spPr>
            <a:xfrm>
              <a:off x="1234008" y="4264786"/>
              <a:ext cx="666115" cy="783590"/>
            </a:xfrm>
            <a:custGeom>
              <a:avLst/>
              <a:gdLst/>
              <a:ahLst/>
              <a:cxnLst/>
              <a:rect l="l" t="t" r="r" b="b"/>
              <a:pathLst>
                <a:path w="666114" h="783589">
                  <a:moveTo>
                    <a:pt x="492683" y="497332"/>
                  </a:moveTo>
                  <a:lnTo>
                    <a:pt x="489635" y="494284"/>
                  </a:lnTo>
                  <a:lnTo>
                    <a:pt x="485825" y="494284"/>
                  </a:lnTo>
                  <a:lnTo>
                    <a:pt x="179882" y="494284"/>
                  </a:lnTo>
                  <a:lnTo>
                    <a:pt x="176834" y="497332"/>
                  </a:lnTo>
                  <a:lnTo>
                    <a:pt x="176834" y="504825"/>
                  </a:lnTo>
                  <a:lnTo>
                    <a:pt x="180009" y="508000"/>
                  </a:lnTo>
                  <a:lnTo>
                    <a:pt x="489635" y="508000"/>
                  </a:lnTo>
                  <a:lnTo>
                    <a:pt x="492683" y="504825"/>
                  </a:lnTo>
                  <a:lnTo>
                    <a:pt x="492683" y="497332"/>
                  </a:lnTo>
                  <a:close/>
                </a:path>
                <a:path w="666114" h="783589">
                  <a:moveTo>
                    <a:pt x="492683" y="401447"/>
                  </a:moveTo>
                  <a:lnTo>
                    <a:pt x="489635" y="398399"/>
                  </a:lnTo>
                  <a:lnTo>
                    <a:pt x="485825" y="398399"/>
                  </a:lnTo>
                  <a:lnTo>
                    <a:pt x="179882" y="398399"/>
                  </a:lnTo>
                  <a:lnTo>
                    <a:pt x="176834" y="401447"/>
                  </a:lnTo>
                  <a:lnTo>
                    <a:pt x="176834" y="409067"/>
                  </a:lnTo>
                  <a:lnTo>
                    <a:pt x="180009" y="412115"/>
                  </a:lnTo>
                  <a:lnTo>
                    <a:pt x="489635" y="412115"/>
                  </a:lnTo>
                  <a:lnTo>
                    <a:pt x="492683" y="409067"/>
                  </a:lnTo>
                  <a:lnTo>
                    <a:pt x="492683" y="401447"/>
                  </a:lnTo>
                  <a:close/>
                </a:path>
                <a:path w="666114" h="783589">
                  <a:moveTo>
                    <a:pt x="492683" y="305689"/>
                  </a:moveTo>
                  <a:lnTo>
                    <a:pt x="489635" y="302514"/>
                  </a:lnTo>
                  <a:lnTo>
                    <a:pt x="485825" y="302514"/>
                  </a:lnTo>
                  <a:lnTo>
                    <a:pt x="179882" y="302514"/>
                  </a:lnTo>
                  <a:lnTo>
                    <a:pt x="176834" y="305689"/>
                  </a:lnTo>
                  <a:lnTo>
                    <a:pt x="176834" y="313182"/>
                  </a:lnTo>
                  <a:lnTo>
                    <a:pt x="180009" y="316230"/>
                  </a:lnTo>
                  <a:lnTo>
                    <a:pt x="489635" y="316230"/>
                  </a:lnTo>
                  <a:lnTo>
                    <a:pt x="492683" y="313182"/>
                  </a:lnTo>
                  <a:lnTo>
                    <a:pt x="492683" y="305689"/>
                  </a:lnTo>
                  <a:close/>
                </a:path>
                <a:path w="666114" h="783589">
                  <a:moveTo>
                    <a:pt x="665911" y="178181"/>
                  </a:moveTo>
                  <a:lnTo>
                    <a:pt x="665149" y="176403"/>
                  </a:lnTo>
                  <a:lnTo>
                    <a:pt x="652068" y="163398"/>
                  </a:lnTo>
                  <a:lnTo>
                    <a:pt x="652068" y="195199"/>
                  </a:lnTo>
                  <a:lnTo>
                    <a:pt x="652068" y="769874"/>
                  </a:lnTo>
                  <a:lnTo>
                    <a:pt x="13703" y="769874"/>
                  </a:lnTo>
                  <a:lnTo>
                    <a:pt x="13703" y="13843"/>
                  </a:lnTo>
                  <a:lnTo>
                    <a:pt x="475538" y="13843"/>
                  </a:lnTo>
                  <a:lnTo>
                    <a:pt x="475538" y="192151"/>
                  </a:lnTo>
                  <a:lnTo>
                    <a:pt x="478713" y="195199"/>
                  </a:lnTo>
                  <a:lnTo>
                    <a:pt x="652068" y="195199"/>
                  </a:lnTo>
                  <a:lnTo>
                    <a:pt x="652068" y="163398"/>
                  </a:lnTo>
                  <a:lnTo>
                    <a:pt x="650671" y="162001"/>
                  </a:lnTo>
                  <a:lnTo>
                    <a:pt x="650671" y="181356"/>
                  </a:lnTo>
                  <a:lnTo>
                    <a:pt x="489381" y="181356"/>
                  </a:lnTo>
                  <a:lnTo>
                    <a:pt x="489381" y="20828"/>
                  </a:lnTo>
                  <a:lnTo>
                    <a:pt x="650671" y="181356"/>
                  </a:lnTo>
                  <a:lnTo>
                    <a:pt x="650671" y="162001"/>
                  </a:lnTo>
                  <a:lnTo>
                    <a:pt x="508774" y="20828"/>
                  </a:lnTo>
                  <a:lnTo>
                    <a:pt x="501764" y="13843"/>
                  </a:lnTo>
                  <a:lnTo>
                    <a:pt x="488619" y="762"/>
                  </a:lnTo>
                  <a:lnTo>
                    <a:pt x="486841" y="0"/>
                  </a:lnTo>
                  <a:lnTo>
                    <a:pt x="3035" y="0"/>
                  </a:lnTo>
                  <a:lnTo>
                    <a:pt x="0" y="3175"/>
                  </a:lnTo>
                  <a:lnTo>
                    <a:pt x="0" y="780542"/>
                  </a:lnTo>
                  <a:lnTo>
                    <a:pt x="3098" y="783590"/>
                  </a:lnTo>
                  <a:lnTo>
                    <a:pt x="662863" y="783590"/>
                  </a:lnTo>
                  <a:lnTo>
                    <a:pt x="665784" y="780542"/>
                  </a:lnTo>
                  <a:lnTo>
                    <a:pt x="665911" y="769874"/>
                  </a:lnTo>
                  <a:lnTo>
                    <a:pt x="665911" y="181356"/>
                  </a:lnTo>
                  <a:lnTo>
                    <a:pt x="665911" y="178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34008" y="4264786"/>
              <a:ext cx="666115" cy="783590"/>
            </a:xfrm>
            <a:custGeom>
              <a:avLst/>
              <a:gdLst/>
              <a:ahLst/>
              <a:cxnLst/>
              <a:rect l="l" t="t" r="r" b="b"/>
              <a:pathLst>
                <a:path w="666114" h="783589">
                  <a:moveTo>
                    <a:pt x="492683" y="497332"/>
                  </a:moveTo>
                  <a:lnTo>
                    <a:pt x="489635" y="494284"/>
                  </a:lnTo>
                  <a:lnTo>
                    <a:pt x="485825" y="494284"/>
                  </a:lnTo>
                  <a:lnTo>
                    <a:pt x="179882" y="494284"/>
                  </a:lnTo>
                  <a:lnTo>
                    <a:pt x="176834" y="497332"/>
                  </a:lnTo>
                  <a:lnTo>
                    <a:pt x="176834" y="504825"/>
                  </a:lnTo>
                  <a:lnTo>
                    <a:pt x="180009" y="508000"/>
                  </a:lnTo>
                  <a:lnTo>
                    <a:pt x="489635" y="508000"/>
                  </a:lnTo>
                  <a:lnTo>
                    <a:pt x="492683" y="504825"/>
                  </a:lnTo>
                  <a:lnTo>
                    <a:pt x="492683" y="497332"/>
                  </a:lnTo>
                  <a:close/>
                </a:path>
                <a:path w="666114" h="783589">
                  <a:moveTo>
                    <a:pt x="492683" y="401447"/>
                  </a:moveTo>
                  <a:lnTo>
                    <a:pt x="489635" y="398399"/>
                  </a:lnTo>
                  <a:lnTo>
                    <a:pt x="485825" y="398399"/>
                  </a:lnTo>
                  <a:lnTo>
                    <a:pt x="179882" y="398399"/>
                  </a:lnTo>
                  <a:lnTo>
                    <a:pt x="176834" y="401447"/>
                  </a:lnTo>
                  <a:lnTo>
                    <a:pt x="176834" y="409067"/>
                  </a:lnTo>
                  <a:lnTo>
                    <a:pt x="180009" y="412115"/>
                  </a:lnTo>
                  <a:lnTo>
                    <a:pt x="489635" y="412115"/>
                  </a:lnTo>
                  <a:lnTo>
                    <a:pt x="492683" y="409067"/>
                  </a:lnTo>
                  <a:lnTo>
                    <a:pt x="492683" y="401447"/>
                  </a:lnTo>
                  <a:close/>
                </a:path>
                <a:path w="666114" h="783589">
                  <a:moveTo>
                    <a:pt x="492683" y="305689"/>
                  </a:moveTo>
                  <a:lnTo>
                    <a:pt x="489635" y="302514"/>
                  </a:lnTo>
                  <a:lnTo>
                    <a:pt x="485825" y="302514"/>
                  </a:lnTo>
                  <a:lnTo>
                    <a:pt x="179882" y="302514"/>
                  </a:lnTo>
                  <a:lnTo>
                    <a:pt x="176834" y="305689"/>
                  </a:lnTo>
                  <a:lnTo>
                    <a:pt x="176834" y="313182"/>
                  </a:lnTo>
                  <a:lnTo>
                    <a:pt x="180009" y="316230"/>
                  </a:lnTo>
                  <a:lnTo>
                    <a:pt x="489635" y="316230"/>
                  </a:lnTo>
                  <a:lnTo>
                    <a:pt x="492683" y="313182"/>
                  </a:lnTo>
                  <a:lnTo>
                    <a:pt x="492683" y="305689"/>
                  </a:lnTo>
                  <a:close/>
                </a:path>
                <a:path w="666114" h="783589">
                  <a:moveTo>
                    <a:pt x="665911" y="178181"/>
                  </a:moveTo>
                  <a:lnTo>
                    <a:pt x="665149" y="176403"/>
                  </a:lnTo>
                  <a:lnTo>
                    <a:pt x="652068" y="163398"/>
                  </a:lnTo>
                  <a:lnTo>
                    <a:pt x="652068" y="195199"/>
                  </a:lnTo>
                  <a:lnTo>
                    <a:pt x="652068" y="769874"/>
                  </a:lnTo>
                  <a:lnTo>
                    <a:pt x="13703" y="769874"/>
                  </a:lnTo>
                  <a:lnTo>
                    <a:pt x="13703" y="13843"/>
                  </a:lnTo>
                  <a:lnTo>
                    <a:pt x="475538" y="13843"/>
                  </a:lnTo>
                  <a:lnTo>
                    <a:pt x="475538" y="192151"/>
                  </a:lnTo>
                  <a:lnTo>
                    <a:pt x="478713" y="195199"/>
                  </a:lnTo>
                  <a:lnTo>
                    <a:pt x="652068" y="195199"/>
                  </a:lnTo>
                  <a:lnTo>
                    <a:pt x="652068" y="163398"/>
                  </a:lnTo>
                  <a:lnTo>
                    <a:pt x="650671" y="162001"/>
                  </a:lnTo>
                  <a:lnTo>
                    <a:pt x="650671" y="181356"/>
                  </a:lnTo>
                  <a:lnTo>
                    <a:pt x="489381" y="181356"/>
                  </a:lnTo>
                  <a:lnTo>
                    <a:pt x="489381" y="20828"/>
                  </a:lnTo>
                  <a:lnTo>
                    <a:pt x="650671" y="181356"/>
                  </a:lnTo>
                  <a:lnTo>
                    <a:pt x="650671" y="162001"/>
                  </a:lnTo>
                  <a:lnTo>
                    <a:pt x="508774" y="20828"/>
                  </a:lnTo>
                  <a:lnTo>
                    <a:pt x="501764" y="13843"/>
                  </a:lnTo>
                  <a:lnTo>
                    <a:pt x="488619" y="762"/>
                  </a:lnTo>
                  <a:lnTo>
                    <a:pt x="486841" y="0"/>
                  </a:lnTo>
                  <a:lnTo>
                    <a:pt x="3035" y="0"/>
                  </a:lnTo>
                  <a:lnTo>
                    <a:pt x="0" y="3175"/>
                  </a:lnTo>
                  <a:lnTo>
                    <a:pt x="0" y="780542"/>
                  </a:lnTo>
                  <a:lnTo>
                    <a:pt x="3098" y="783590"/>
                  </a:lnTo>
                  <a:lnTo>
                    <a:pt x="662863" y="783590"/>
                  </a:lnTo>
                  <a:lnTo>
                    <a:pt x="665784" y="780542"/>
                  </a:lnTo>
                  <a:lnTo>
                    <a:pt x="665911" y="769874"/>
                  </a:lnTo>
                  <a:lnTo>
                    <a:pt x="665911" y="181356"/>
                  </a:lnTo>
                  <a:lnTo>
                    <a:pt x="665911" y="178181"/>
                  </a:lnTo>
                  <a:close/>
                </a:path>
              </a:pathLst>
            </a:custGeom>
            <a:solidFill>
              <a:srgbClr val="7D87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37958" y="5431663"/>
            <a:ext cx="1343025" cy="205104"/>
            <a:chOff x="837958" y="5431663"/>
            <a:chExt cx="1343025" cy="205104"/>
          </a:xfrm>
        </p:grpSpPr>
        <p:pic>
          <p:nvPicPr>
            <p:cNvPr id="10" name="object 10" descr="Template theme color options with a pointer highlighting slate gre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210" y="5515053"/>
              <a:ext cx="1335531" cy="1187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39546" y="5524792"/>
              <a:ext cx="111125" cy="110489"/>
            </a:xfrm>
            <a:custGeom>
              <a:avLst/>
              <a:gdLst/>
              <a:ahLst/>
              <a:cxnLst/>
              <a:rect l="l" t="t" r="r" b="b"/>
              <a:pathLst>
                <a:path w="111125" h="110489">
                  <a:moveTo>
                    <a:pt x="0" y="110197"/>
                  </a:moveTo>
                  <a:lnTo>
                    <a:pt x="110920" y="110197"/>
                  </a:lnTo>
                  <a:lnTo>
                    <a:pt x="110920" y="0"/>
                  </a:lnTo>
                  <a:lnTo>
                    <a:pt x="0" y="0"/>
                  </a:lnTo>
                  <a:lnTo>
                    <a:pt x="0" y="110197"/>
                  </a:lnTo>
                  <a:close/>
                </a:path>
              </a:pathLst>
            </a:custGeom>
            <a:ln w="3175">
              <a:solidFill>
                <a:srgbClr val="B9C0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46783" y="5431663"/>
              <a:ext cx="68580" cy="59055"/>
            </a:xfrm>
            <a:custGeom>
              <a:avLst/>
              <a:gdLst/>
              <a:ahLst/>
              <a:cxnLst/>
              <a:rect l="l" t="t" r="r" b="b"/>
              <a:pathLst>
                <a:path w="68580" h="59054">
                  <a:moveTo>
                    <a:pt x="68072" y="0"/>
                  </a:moveTo>
                  <a:lnTo>
                    <a:pt x="0" y="0"/>
                  </a:lnTo>
                  <a:lnTo>
                    <a:pt x="34036" y="58674"/>
                  </a:lnTo>
                  <a:lnTo>
                    <a:pt x="68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69112" y="5868161"/>
            <a:ext cx="1688464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>
                <a:latin typeface="Arial"/>
                <a:cs typeface="Arial"/>
              </a:rPr>
              <a:t>Slate</a:t>
            </a:r>
            <a:r>
              <a:rPr sz="1050" spc="-1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on</a:t>
            </a:r>
            <a:r>
              <a:rPr sz="1050" spc="1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white</a:t>
            </a:r>
            <a:r>
              <a:rPr sz="1050" spc="-10">
                <a:latin typeface="Arial"/>
                <a:cs typeface="Arial"/>
              </a:rPr>
              <a:t> backgrounds.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731897" y="3875151"/>
          <a:ext cx="1443990" cy="1847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3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B9C0C8"/>
                      </a:solidFill>
                      <a:prstDash val="solid"/>
                    </a:lnT>
                    <a:lnB w="1270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B9C0C8"/>
                      </a:solidFill>
                      <a:prstDash val="solid"/>
                    </a:lnT>
                    <a:lnB w="1270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3189859" y="4264786"/>
            <a:ext cx="666115" cy="783590"/>
          </a:xfrm>
          <a:custGeom>
            <a:avLst/>
            <a:gdLst/>
            <a:ahLst/>
            <a:cxnLst/>
            <a:rect l="l" t="t" r="r" b="b"/>
            <a:pathLst>
              <a:path w="666114" h="783589">
                <a:moveTo>
                  <a:pt x="492633" y="497332"/>
                </a:moveTo>
                <a:lnTo>
                  <a:pt x="489585" y="494284"/>
                </a:lnTo>
                <a:lnTo>
                  <a:pt x="485775" y="494284"/>
                </a:lnTo>
                <a:lnTo>
                  <a:pt x="179832" y="494284"/>
                </a:lnTo>
                <a:lnTo>
                  <a:pt x="176784" y="497332"/>
                </a:lnTo>
                <a:lnTo>
                  <a:pt x="176784" y="504825"/>
                </a:lnTo>
                <a:lnTo>
                  <a:pt x="179959" y="508000"/>
                </a:lnTo>
                <a:lnTo>
                  <a:pt x="489585" y="508000"/>
                </a:lnTo>
                <a:lnTo>
                  <a:pt x="492633" y="504825"/>
                </a:lnTo>
                <a:lnTo>
                  <a:pt x="492633" y="497332"/>
                </a:lnTo>
                <a:close/>
              </a:path>
              <a:path w="666114" h="783589">
                <a:moveTo>
                  <a:pt x="492633" y="401447"/>
                </a:moveTo>
                <a:lnTo>
                  <a:pt x="489585" y="398399"/>
                </a:lnTo>
                <a:lnTo>
                  <a:pt x="485775" y="398399"/>
                </a:lnTo>
                <a:lnTo>
                  <a:pt x="179832" y="398399"/>
                </a:lnTo>
                <a:lnTo>
                  <a:pt x="176784" y="401447"/>
                </a:lnTo>
                <a:lnTo>
                  <a:pt x="176784" y="409067"/>
                </a:lnTo>
                <a:lnTo>
                  <a:pt x="179959" y="412115"/>
                </a:lnTo>
                <a:lnTo>
                  <a:pt x="489585" y="412115"/>
                </a:lnTo>
                <a:lnTo>
                  <a:pt x="492633" y="409067"/>
                </a:lnTo>
                <a:lnTo>
                  <a:pt x="492633" y="401447"/>
                </a:lnTo>
                <a:close/>
              </a:path>
              <a:path w="666114" h="783589">
                <a:moveTo>
                  <a:pt x="492633" y="305689"/>
                </a:moveTo>
                <a:lnTo>
                  <a:pt x="489585" y="302514"/>
                </a:lnTo>
                <a:lnTo>
                  <a:pt x="485775" y="302514"/>
                </a:lnTo>
                <a:lnTo>
                  <a:pt x="179832" y="302514"/>
                </a:lnTo>
                <a:lnTo>
                  <a:pt x="176784" y="305689"/>
                </a:lnTo>
                <a:lnTo>
                  <a:pt x="176784" y="313182"/>
                </a:lnTo>
                <a:lnTo>
                  <a:pt x="179959" y="316230"/>
                </a:lnTo>
                <a:lnTo>
                  <a:pt x="489585" y="316230"/>
                </a:lnTo>
                <a:lnTo>
                  <a:pt x="492633" y="313182"/>
                </a:lnTo>
                <a:lnTo>
                  <a:pt x="492633" y="305689"/>
                </a:lnTo>
                <a:close/>
              </a:path>
              <a:path w="666114" h="783589">
                <a:moveTo>
                  <a:pt x="665861" y="178181"/>
                </a:moveTo>
                <a:lnTo>
                  <a:pt x="665099" y="176403"/>
                </a:lnTo>
                <a:lnTo>
                  <a:pt x="652018" y="163398"/>
                </a:lnTo>
                <a:lnTo>
                  <a:pt x="652018" y="195199"/>
                </a:lnTo>
                <a:lnTo>
                  <a:pt x="652018" y="769874"/>
                </a:lnTo>
                <a:lnTo>
                  <a:pt x="13589" y="769874"/>
                </a:lnTo>
                <a:lnTo>
                  <a:pt x="13589" y="13843"/>
                </a:lnTo>
                <a:lnTo>
                  <a:pt x="475488" y="13843"/>
                </a:lnTo>
                <a:lnTo>
                  <a:pt x="475488" y="192151"/>
                </a:lnTo>
                <a:lnTo>
                  <a:pt x="478663" y="195199"/>
                </a:lnTo>
                <a:lnTo>
                  <a:pt x="652018" y="195199"/>
                </a:lnTo>
                <a:lnTo>
                  <a:pt x="652018" y="163398"/>
                </a:lnTo>
                <a:lnTo>
                  <a:pt x="650621" y="162001"/>
                </a:lnTo>
                <a:lnTo>
                  <a:pt x="650621" y="181356"/>
                </a:lnTo>
                <a:lnTo>
                  <a:pt x="489331" y="181356"/>
                </a:lnTo>
                <a:lnTo>
                  <a:pt x="489331" y="20828"/>
                </a:lnTo>
                <a:lnTo>
                  <a:pt x="650621" y="181356"/>
                </a:lnTo>
                <a:lnTo>
                  <a:pt x="650621" y="162001"/>
                </a:lnTo>
                <a:lnTo>
                  <a:pt x="508723" y="20828"/>
                </a:lnTo>
                <a:lnTo>
                  <a:pt x="501713" y="13843"/>
                </a:lnTo>
                <a:lnTo>
                  <a:pt x="488569" y="762"/>
                </a:lnTo>
                <a:lnTo>
                  <a:pt x="486791" y="0"/>
                </a:lnTo>
                <a:lnTo>
                  <a:pt x="2921" y="0"/>
                </a:lnTo>
                <a:lnTo>
                  <a:pt x="0" y="3175"/>
                </a:lnTo>
                <a:lnTo>
                  <a:pt x="0" y="780542"/>
                </a:lnTo>
                <a:lnTo>
                  <a:pt x="3048" y="783590"/>
                </a:lnTo>
                <a:lnTo>
                  <a:pt x="662813" y="783590"/>
                </a:lnTo>
                <a:lnTo>
                  <a:pt x="665734" y="780542"/>
                </a:lnTo>
                <a:lnTo>
                  <a:pt x="665861" y="769874"/>
                </a:lnTo>
                <a:lnTo>
                  <a:pt x="665861" y="181356"/>
                </a:lnTo>
                <a:lnTo>
                  <a:pt x="665861" y="178181"/>
                </a:lnTo>
                <a:close/>
              </a:path>
            </a:pathLst>
          </a:custGeom>
          <a:solidFill>
            <a:srgbClr val="0766D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793809" y="5431663"/>
            <a:ext cx="1343025" cy="205104"/>
            <a:chOff x="2793809" y="5431663"/>
            <a:chExt cx="1343025" cy="205104"/>
          </a:xfrm>
        </p:grpSpPr>
        <p:pic>
          <p:nvPicPr>
            <p:cNvPr id="17" name="object 17" descr="Template theme color options with a pointer highlighting SAS blu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0985" y="5515053"/>
              <a:ext cx="1335532" cy="1187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795397" y="5524792"/>
              <a:ext cx="111125" cy="110489"/>
            </a:xfrm>
            <a:custGeom>
              <a:avLst/>
              <a:gdLst/>
              <a:ahLst/>
              <a:cxnLst/>
              <a:rect l="l" t="t" r="r" b="b"/>
              <a:pathLst>
                <a:path w="111125" h="110489">
                  <a:moveTo>
                    <a:pt x="0" y="110197"/>
                  </a:moveTo>
                  <a:lnTo>
                    <a:pt x="110920" y="110197"/>
                  </a:lnTo>
                  <a:lnTo>
                    <a:pt x="110920" y="0"/>
                  </a:lnTo>
                  <a:lnTo>
                    <a:pt x="0" y="0"/>
                  </a:lnTo>
                  <a:lnTo>
                    <a:pt x="0" y="110197"/>
                  </a:lnTo>
                  <a:close/>
                </a:path>
              </a:pathLst>
            </a:custGeom>
            <a:ln w="3175">
              <a:solidFill>
                <a:srgbClr val="B9C0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53562" y="5431663"/>
              <a:ext cx="68580" cy="59055"/>
            </a:xfrm>
            <a:custGeom>
              <a:avLst/>
              <a:gdLst/>
              <a:ahLst/>
              <a:cxnLst/>
              <a:rect l="l" t="t" r="r" b="b"/>
              <a:pathLst>
                <a:path w="68579" h="59054">
                  <a:moveTo>
                    <a:pt x="68072" y="0"/>
                  </a:moveTo>
                  <a:lnTo>
                    <a:pt x="0" y="0"/>
                  </a:lnTo>
                  <a:lnTo>
                    <a:pt x="34036" y="58674"/>
                  </a:lnTo>
                  <a:lnTo>
                    <a:pt x="68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78683" y="5879084"/>
            <a:ext cx="1693545" cy="8267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40">
                <a:latin typeface="Arial"/>
                <a:cs typeface="Arial"/>
              </a:rPr>
              <a:t>SAS</a:t>
            </a:r>
            <a:r>
              <a:rPr sz="1050" spc="-6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Blue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icons</a:t>
            </a:r>
            <a:r>
              <a:rPr sz="1050" spc="-4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may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 spc="-20">
                <a:latin typeface="Arial"/>
                <a:cs typeface="Arial"/>
              </a:rPr>
              <a:t>be</a:t>
            </a:r>
            <a:r>
              <a:rPr sz="1050" spc="-40">
                <a:latin typeface="Arial"/>
                <a:cs typeface="Arial"/>
              </a:rPr>
              <a:t> </a:t>
            </a:r>
            <a:r>
              <a:rPr sz="1050" spc="-20">
                <a:latin typeface="Arial"/>
                <a:cs typeface="Arial"/>
              </a:rPr>
              <a:t>used </a:t>
            </a:r>
            <a:r>
              <a:rPr sz="1050">
                <a:latin typeface="Arial"/>
                <a:cs typeface="Arial"/>
              </a:rPr>
              <a:t>on</a:t>
            </a:r>
            <a:r>
              <a:rPr sz="1050" spc="2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white</a:t>
            </a:r>
            <a:r>
              <a:rPr sz="1050" spc="5">
                <a:latin typeface="Arial"/>
                <a:cs typeface="Arial"/>
              </a:rPr>
              <a:t> </a:t>
            </a:r>
            <a:r>
              <a:rPr sz="1050" spc="-20">
                <a:latin typeface="Arial"/>
                <a:cs typeface="Arial"/>
              </a:rPr>
              <a:t>backgrounds</a:t>
            </a:r>
            <a:r>
              <a:rPr sz="1050" spc="15">
                <a:latin typeface="Arial"/>
                <a:cs typeface="Arial"/>
              </a:rPr>
              <a:t> </a:t>
            </a:r>
            <a:r>
              <a:rPr sz="1050" spc="30">
                <a:latin typeface="Arial"/>
                <a:cs typeface="Arial"/>
              </a:rPr>
              <a:t>to </a:t>
            </a:r>
            <a:r>
              <a:rPr sz="1050">
                <a:latin typeface="Arial"/>
                <a:cs typeface="Arial"/>
              </a:rPr>
              <a:t>highlight</a:t>
            </a:r>
            <a:r>
              <a:rPr sz="1050" spc="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content,</a:t>
            </a:r>
            <a:r>
              <a:rPr sz="1050" spc="4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but</a:t>
            </a:r>
            <a:r>
              <a:rPr sz="1050" spc="55">
                <a:latin typeface="Arial"/>
                <a:cs typeface="Arial"/>
              </a:rPr>
              <a:t> </a:t>
            </a:r>
            <a:r>
              <a:rPr sz="1050" spc="-20">
                <a:latin typeface="Arial"/>
                <a:cs typeface="Arial"/>
              </a:rPr>
              <a:t>only </a:t>
            </a:r>
            <a:r>
              <a:rPr sz="1050">
                <a:latin typeface="Arial"/>
                <a:cs typeface="Arial"/>
              </a:rPr>
              <a:t>within</a:t>
            </a:r>
            <a:r>
              <a:rPr sz="1050" spc="1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web</a:t>
            </a:r>
            <a:r>
              <a:rPr sz="1050" spc="5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environments, such</a:t>
            </a:r>
            <a:r>
              <a:rPr sz="1050" spc="10">
                <a:latin typeface="Arial"/>
                <a:cs typeface="Arial"/>
              </a:rPr>
              <a:t> </a:t>
            </a:r>
            <a:r>
              <a:rPr sz="1050" spc="-35">
                <a:latin typeface="Arial"/>
                <a:cs typeface="Arial"/>
              </a:rPr>
              <a:t>as</a:t>
            </a:r>
            <a:r>
              <a:rPr sz="1050" spc="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for</a:t>
            </a:r>
            <a:r>
              <a:rPr sz="1050" spc="3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rollover</a:t>
            </a:r>
            <a:r>
              <a:rPr sz="1050" spc="1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states.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687696" y="3881501"/>
            <a:ext cx="1456690" cy="1854835"/>
            <a:chOff x="4687696" y="3881501"/>
            <a:chExt cx="1456690" cy="1854835"/>
          </a:xfrm>
        </p:grpSpPr>
        <p:sp>
          <p:nvSpPr>
            <p:cNvPr id="22" name="object 22"/>
            <p:cNvSpPr/>
            <p:nvPr/>
          </p:nvSpPr>
          <p:spPr>
            <a:xfrm>
              <a:off x="4694046" y="3881501"/>
              <a:ext cx="1443990" cy="1443990"/>
            </a:xfrm>
            <a:custGeom>
              <a:avLst/>
              <a:gdLst/>
              <a:ahLst/>
              <a:cxnLst/>
              <a:rect l="l" t="t" r="r" b="b"/>
              <a:pathLst>
                <a:path w="1443989" h="1443989">
                  <a:moveTo>
                    <a:pt x="1443736" y="0"/>
                  </a:moveTo>
                  <a:lnTo>
                    <a:pt x="0" y="0"/>
                  </a:lnTo>
                  <a:lnTo>
                    <a:pt x="0" y="1443736"/>
                  </a:lnTo>
                  <a:lnTo>
                    <a:pt x="1443736" y="1443736"/>
                  </a:lnTo>
                  <a:lnTo>
                    <a:pt x="1443736" y="0"/>
                  </a:lnTo>
                  <a:close/>
                </a:path>
              </a:pathLst>
            </a:custGeom>
            <a:solidFill>
              <a:srgbClr val="076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45659" y="4264786"/>
              <a:ext cx="666115" cy="783590"/>
            </a:xfrm>
            <a:custGeom>
              <a:avLst/>
              <a:gdLst/>
              <a:ahLst/>
              <a:cxnLst/>
              <a:rect l="l" t="t" r="r" b="b"/>
              <a:pathLst>
                <a:path w="666114" h="783589">
                  <a:moveTo>
                    <a:pt x="492633" y="497332"/>
                  </a:moveTo>
                  <a:lnTo>
                    <a:pt x="489585" y="494284"/>
                  </a:lnTo>
                  <a:lnTo>
                    <a:pt x="485775" y="494284"/>
                  </a:lnTo>
                  <a:lnTo>
                    <a:pt x="179832" y="494284"/>
                  </a:lnTo>
                  <a:lnTo>
                    <a:pt x="176784" y="497332"/>
                  </a:lnTo>
                  <a:lnTo>
                    <a:pt x="176784" y="504825"/>
                  </a:lnTo>
                  <a:lnTo>
                    <a:pt x="179959" y="508000"/>
                  </a:lnTo>
                  <a:lnTo>
                    <a:pt x="489585" y="508000"/>
                  </a:lnTo>
                  <a:lnTo>
                    <a:pt x="492633" y="504825"/>
                  </a:lnTo>
                  <a:lnTo>
                    <a:pt x="492633" y="497332"/>
                  </a:lnTo>
                  <a:close/>
                </a:path>
                <a:path w="666114" h="783589">
                  <a:moveTo>
                    <a:pt x="492633" y="401447"/>
                  </a:moveTo>
                  <a:lnTo>
                    <a:pt x="489585" y="398399"/>
                  </a:lnTo>
                  <a:lnTo>
                    <a:pt x="485775" y="398399"/>
                  </a:lnTo>
                  <a:lnTo>
                    <a:pt x="179832" y="398399"/>
                  </a:lnTo>
                  <a:lnTo>
                    <a:pt x="176784" y="401447"/>
                  </a:lnTo>
                  <a:lnTo>
                    <a:pt x="176784" y="409067"/>
                  </a:lnTo>
                  <a:lnTo>
                    <a:pt x="179959" y="412115"/>
                  </a:lnTo>
                  <a:lnTo>
                    <a:pt x="489585" y="412115"/>
                  </a:lnTo>
                  <a:lnTo>
                    <a:pt x="492633" y="409067"/>
                  </a:lnTo>
                  <a:lnTo>
                    <a:pt x="492633" y="401447"/>
                  </a:lnTo>
                  <a:close/>
                </a:path>
                <a:path w="666114" h="783589">
                  <a:moveTo>
                    <a:pt x="492633" y="305689"/>
                  </a:moveTo>
                  <a:lnTo>
                    <a:pt x="489585" y="302514"/>
                  </a:lnTo>
                  <a:lnTo>
                    <a:pt x="485775" y="302514"/>
                  </a:lnTo>
                  <a:lnTo>
                    <a:pt x="179832" y="302514"/>
                  </a:lnTo>
                  <a:lnTo>
                    <a:pt x="176784" y="305689"/>
                  </a:lnTo>
                  <a:lnTo>
                    <a:pt x="176784" y="313182"/>
                  </a:lnTo>
                  <a:lnTo>
                    <a:pt x="179959" y="316230"/>
                  </a:lnTo>
                  <a:lnTo>
                    <a:pt x="489585" y="316230"/>
                  </a:lnTo>
                  <a:lnTo>
                    <a:pt x="492633" y="313182"/>
                  </a:lnTo>
                  <a:lnTo>
                    <a:pt x="492633" y="305689"/>
                  </a:lnTo>
                  <a:close/>
                </a:path>
                <a:path w="666114" h="783589">
                  <a:moveTo>
                    <a:pt x="665734" y="178181"/>
                  </a:moveTo>
                  <a:lnTo>
                    <a:pt x="665099" y="176403"/>
                  </a:lnTo>
                  <a:lnTo>
                    <a:pt x="652018" y="163398"/>
                  </a:lnTo>
                  <a:lnTo>
                    <a:pt x="652018" y="195199"/>
                  </a:lnTo>
                  <a:lnTo>
                    <a:pt x="652018" y="769874"/>
                  </a:lnTo>
                  <a:lnTo>
                    <a:pt x="13589" y="769874"/>
                  </a:lnTo>
                  <a:lnTo>
                    <a:pt x="13589" y="13843"/>
                  </a:lnTo>
                  <a:lnTo>
                    <a:pt x="475488" y="13843"/>
                  </a:lnTo>
                  <a:lnTo>
                    <a:pt x="475488" y="192151"/>
                  </a:lnTo>
                  <a:lnTo>
                    <a:pt x="478663" y="195199"/>
                  </a:lnTo>
                  <a:lnTo>
                    <a:pt x="652018" y="195199"/>
                  </a:lnTo>
                  <a:lnTo>
                    <a:pt x="652018" y="163398"/>
                  </a:lnTo>
                  <a:lnTo>
                    <a:pt x="650621" y="162001"/>
                  </a:lnTo>
                  <a:lnTo>
                    <a:pt x="650621" y="181356"/>
                  </a:lnTo>
                  <a:lnTo>
                    <a:pt x="489331" y="181356"/>
                  </a:lnTo>
                  <a:lnTo>
                    <a:pt x="489331" y="20828"/>
                  </a:lnTo>
                  <a:lnTo>
                    <a:pt x="650621" y="181356"/>
                  </a:lnTo>
                  <a:lnTo>
                    <a:pt x="650621" y="162001"/>
                  </a:lnTo>
                  <a:lnTo>
                    <a:pt x="508723" y="20828"/>
                  </a:lnTo>
                  <a:lnTo>
                    <a:pt x="501713" y="13843"/>
                  </a:lnTo>
                  <a:lnTo>
                    <a:pt x="488569" y="762"/>
                  </a:lnTo>
                  <a:lnTo>
                    <a:pt x="486791" y="0"/>
                  </a:lnTo>
                  <a:lnTo>
                    <a:pt x="2921" y="0"/>
                  </a:lnTo>
                  <a:lnTo>
                    <a:pt x="0" y="3175"/>
                  </a:lnTo>
                  <a:lnTo>
                    <a:pt x="0" y="780542"/>
                  </a:lnTo>
                  <a:lnTo>
                    <a:pt x="3048" y="783590"/>
                  </a:lnTo>
                  <a:lnTo>
                    <a:pt x="662813" y="783590"/>
                  </a:lnTo>
                  <a:lnTo>
                    <a:pt x="665607" y="780542"/>
                  </a:lnTo>
                  <a:lnTo>
                    <a:pt x="665734" y="769874"/>
                  </a:lnTo>
                  <a:lnTo>
                    <a:pt x="665734" y="181356"/>
                  </a:lnTo>
                  <a:lnTo>
                    <a:pt x="665734" y="1781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94046" y="5325186"/>
              <a:ext cx="1443990" cy="405130"/>
            </a:xfrm>
            <a:custGeom>
              <a:avLst/>
              <a:gdLst/>
              <a:ahLst/>
              <a:cxnLst/>
              <a:rect l="l" t="t" r="r" b="b"/>
              <a:pathLst>
                <a:path w="1443989" h="405129">
                  <a:moveTo>
                    <a:pt x="0" y="404672"/>
                  </a:moveTo>
                  <a:lnTo>
                    <a:pt x="1443736" y="404672"/>
                  </a:lnTo>
                  <a:lnTo>
                    <a:pt x="1443736" y="0"/>
                  </a:lnTo>
                  <a:lnTo>
                    <a:pt x="0" y="0"/>
                  </a:lnTo>
                  <a:lnTo>
                    <a:pt x="0" y="404672"/>
                  </a:lnTo>
                  <a:close/>
                </a:path>
              </a:pathLst>
            </a:custGeom>
            <a:ln w="12700">
              <a:solidFill>
                <a:srgbClr val="B9C0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Template theme color options with a pointer highlighting whi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6784" y="5515053"/>
              <a:ext cx="1335532" cy="11870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751196" y="5524792"/>
              <a:ext cx="111125" cy="110489"/>
            </a:xfrm>
            <a:custGeom>
              <a:avLst/>
              <a:gdLst/>
              <a:ahLst/>
              <a:cxnLst/>
              <a:rect l="l" t="t" r="r" b="b"/>
              <a:pathLst>
                <a:path w="111125" h="110489">
                  <a:moveTo>
                    <a:pt x="0" y="110197"/>
                  </a:moveTo>
                  <a:lnTo>
                    <a:pt x="110920" y="110197"/>
                  </a:lnTo>
                  <a:lnTo>
                    <a:pt x="110920" y="0"/>
                  </a:lnTo>
                  <a:lnTo>
                    <a:pt x="0" y="0"/>
                  </a:lnTo>
                  <a:lnTo>
                    <a:pt x="0" y="110197"/>
                  </a:lnTo>
                  <a:close/>
                </a:path>
              </a:pathLst>
            </a:custGeom>
            <a:ln w="3175">
              <a:solidFill>
                <a:srgbClr val="B9C0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72024" y="5431663"/>
              <a:ext cx="68580" cy="59055"/>
            </a:xfrm>
            <a:custGeom>
              <a:avLst/>
              <a:gdLst/>
              <a:ahLst/>
              <a:cxnLst/>
              <a:rect l="l" t="t" r="r" b="b"/>
              <a:pathLst>
                <a:path w="68579" h="59054">
                  <a:moveTo>
                    <a:pt x="68072" y="0"/>
                  </a:moveTo>
                  <a:lnTo>
                    <a:pt x="0" y="0"/>
                  </a:lnTo>
                  <a:lnTo>
                    <a:pt x="34036" y="58674"/>
                  </a:lnTo>
                  <a:lnTo>
                    <a:pt x="68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682744" y="5888228"/>
            <a:ext cx="125285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>
                <a:latin typeface="Arial"/>
                <a:cs typeface="Arial"/>
              </a:rPr>
              <a:t>White on</a:t>
            </a:r>
            <a:r>
              <a:rPr sz="1050" spc="25">
                <a:latin typeface="Arial"/>
                <a:cs typeface="Arial"/>
              </a:rPr>
              <a:t> </a:t>
            </a:r>
            <a:r>
              <a:rPr sz="1050" spc="-45">
                <a:latin typeface="Arial"/>
                <a:cs typeface="Arial"/>
              </a:rPr>
              <a:t>SAS</a:t>
            </a:r>
            <a:r>
              <a:rPr sz="1050">
                <a:latin typeface="Arial"/>
                <a:cs typeface="Arial"/>
              </a:rPr>
              <a:t> </a:t>
            </a:r>
            <a:r>
              <a:rPr sz="1050" spc="-20">
                <a:latin typeface="Arial"/>
                <a:cs typeface="Arial"/>
              </a:rPr>
              <a:t>Blue </a:t>
            </a:r>
            <a:r>
              <a:rPr sz="1050">
                <a:latin typeface="Arial"/>
                <a:cs typeface="Arial"/>
              </a:rPr>
              <a:t>or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dark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 spc="-20">
                <a:latin typeface="Arial"/>
                <a:cs typeface="Arial"/>
              </a:rPr>
              <a:t>backgrounds.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498716" y="3200273"/>
            <a:ext cx="0" cy="5976620"/>
          </a:xfrm>
          <a:custGeom>
            <a:avLst/>
            <a:gdLst/>
            <a:ahLst/>
            <a:cxnLst/>
            <a:rect l="l" t="t" r="r" b="b"/>
            <a:pathLst>
              <a:path h="5976620">
                <a:moveTo>
                  <a:pt x="0" y="0"/>
                </a:moveTo>
                <a:lnTo>
                  <a:pt x="0" y="5976378"/>
                </a:lnTo>
              </a:path>
            </a:pathLst>
          </a:custGeom>
          <a:ln w="12700">
            <a:solidFill>
              <a:srgbClr val="B9C0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825742" y="2911195"/>
            <a:ext cx="4773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000" b="1" spc="-30">
                <a:solidFill>
                  <a:srgbClr val="0766D1"/>
                </a:solidFill>
                <a:latin typeface="Arial"/>
                <a:cs typeface="Arial"/>
              </a:rPr>
              <a:t>DO</a:t>
            </a:r>
            <a:r>
              <a:rPr sz="2000" b="1" spc="-125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2000" b="1">
                <a:solidFill>
                  <a:srgbClr val="0766D1"/>
                </a:solidFill>
                <a:latin typeface="Arial"/>
                <a:cs typeface="Arial"/>
              </a:rPr>
              <a:t>NOT</a:t>
            </a:r>
            <a:r>
              <a:rPr sz="2000" b="1" spc="-125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2000" spc="-25">
                <a:latin typeface="Arial"/>
                <a:cs typeface="Arial"/>
              </a:rPr>
              <a:t>MODIFY,</a:t>
            </a:r>
            <a:r>
              <a:rPr sz="2000" spc="-70">
                <a:latin typeface="Arial"/>
                <a:cs typeface="Arial"/>
              </a:rPr>
              <a:t> </a:t>
            </a:r>
            <a:r>
              <a:rPr sz="2000" spc="-35">
                <a:latin typeface="Arial"/>
                <a:cs typeface="Arial"/>
              </a:rPr>
              <a:t>COMBINE</a:t>
            </a:r>
            <a:r>
              <a:rPr sz="2000" spc="-80">
                <a:latin typeface="Arial"/>
                <a:cs typeface="Arial"/>
              </a:rPr>
              <a:t> </a:t>
            </a:r>
            <a:r>
              <a:rPr sz="2000" spc="-90">
                <a:latin typeface="Arial"/>
                <a:cs typeface="Arial"/>
              </a:rPr>
              <a:t>OR</a:t>
            </a:r>
            <a:r>
              <a:rPr sz="2000" spc="-60">
                <a:latin typeface="Arial"/>
                <a:cs typeface="Arial"/>
              </a:rPr>
              <a:t> CREATE </a:t>
            </a:r>
            <a:r>
              <a:rPr sz="2000">
                <a:latin typeface="Arial"/>
                <a:cs typeface="Arial"/>
              </a:rPr>
              <a:t>NEW</a:t>
            </a:r>
            <a:r>
              <a:rPr sz="2000" spc="-75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ICONS.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147979" y="4038362"/>
            <a:ext cx="904875" cy="904240"/>
            <a:chOff x="7147979" y="4038362"/>
            <a:chExt cx="904875" cy="904240"/>
          </a:xfrm>
        </p:grpSpPr>
        <p:sp>
          <p:nvSpPr>
            <p:cNvPr id="32" name="object 32"/>
            <p:cNvSpPr/>
            <p:nvPr/>
          </p:nvSpPr>
          <p:spPr>
            <a:xfrm>
              <a:off x="7413498" y="4272025"/>
              <a:ext cx="375285" cy="441325"/>
            </a:xfrm>
            <a:custGeom>
              <a:avLst/>
              <a:gdLst/>
              <a:ahLst/>
              <a:cxnLst/>
              <a:rect l="l" t="t" r="r" b="b"/>
              <a:pathLst>
                <a:path w="375284" h="441325">
                  <a:moveTo>
                    <a:pt x="277495" y="279908"/>
                  </a:moveTo>
                  <a:lnTo>
                    <a:pt x="275717" y="278130"/>
                  </a:lnTo>
                  <a:lnTo>
                    <a:pt x="273558" y="278130"/>
                  </a:lnTo>
                  <a:lnTo>
                    <a:pt x="101346" y="278130"/>
                  </a:lnTo>
                  <a:lnTo>
                    <a:pt x="99695" y="279908"/>
                  </a:lnTo>
                  <a:lnTo>
                    <a:pt x="99695" y="284226"/>
                  </a:lnTo>
                  <a:lnTo>
                    <a:pt x="101346" y="286004"/>
                  </a:lnTo>
                  <a:lnTo>
                    <a:pt x="275717" y="286004"/>
                  </a:lnTo>
                  <a:lnTo>
                    <a:pt x="277495" y="284226"/>
                  </a:lnTo>
                  <a:lnTo>
                    <a:pt x="277495" y="279908"/>
                  </a:lnTo>
                  <a:close/>
                </a:path>
                <a:path w="375284" h="441325">
                  <a:moveTo>
                    <a:pt x="277495" y="225933"/>
                  </a:moveTo>
                  <a:lnTo>
                    <a:pt x="275717" y="224155"/>
                  </a:lnTo>
                  <a:lnTo>
                    <a:pt x="273558" y="224155"/>
                  </a:lnTo>
                  <a:lnTo>
                    <a:pt x="101346" y="224155"/>
                  </a:lnTo>
                  <a:lnTo>
                    <a:pt x="99695" y="225933"/>
                  </a:lnTo>
                  <a:lnTo>
                    <a:pt x="99695" y="230251"/>
                  </a:lnTo>
                  <a:lnTo>
                    <a:pt x="101346" y="232029"/>
                  </a:lnTo>
                  <a:lnTo>
                    <a:pt x="275717" y="232029"/>
                  </a:lnTo>
                  <a:lnTo>
                    <a:pt x="277495" y="230251"/>
                  </a:lnTo>
                  <a:lnTo>
                    <a:pt x="277495" y="225933"/>
                  </a:lnTo>
                  <a:close/>
                </a:path>
                <a:path w="375284" h="441325">
                  <a:moveTo>
                    <a:pt x="277495" y="171958"/>
                  </a:moveTo>
                  <a:lnTo>
                    <a:pt x="275717" y="170307"/>
                  </a:lnTo>
                  <a:lnTo>
                    <a:pt x="273558" y="170307"/>
                  </a:lnTo>
                  <a:lnTo>
                    <a:pt x="101346" y="170307"/>
                  </a:lnTo>
                  <a:lnTo>
                    <a:pt x="99695" y="171958"/>
                  </a:lnTo>
                  <a:lnTo>
                    <a:pt x="99695" y="176403"/>
                  </a:lnTo>
                  <a:lnTo>
                    <a:pt x="101346" y="178054"/>
                  </a:lnTo>
                  <a:lnTo>
                    <a:pt x="275717" y="178054"/>
                  </a:lnTo>
                  <a:lnTo>
                    <a:pt x="277495" y="176403"/>
                  </a:lnTo>
                  <a:lnTo>
                    <a:pt x="277495" y="171958"/>
                  </a:lnTo>
                  <a:close/>
                </a:path>
                <a:path w="375284" h="441325">
                  <a:moveTo>
                    <a:pt x="374777" y="100330"/>
                  </a:moveTo>
                  <a:lnTo>
                    <a:pt x="374396" y="99314"/>
                  </a:lnTo>
                  <a:lnTo>
                    <a:pt x="373634" y="98679"/>
                  </a:lnTo>
                  <a:lnTo>
                    <a:pt x="367157" y="92227"/>
                  </a:lnTo>
                  <a:lnTo>
                    <a:pt x="367157" y="109855"/>
                  </a:lnTo>
                  <a:lnTo>
                    <a:pt x="367157" y="433197"/>
                  </a:lnTo>
                  <a:lnTo>
                    <a:pt x="7874" y="433197"/>
                  </a:lnTo>
                  <a:lnTo>
                    <a:pt x="7874" y="7747"/>
                  </a:lnTo>
                  <a:lnTo>
                    <a:pt x="267843" y="7747"/>
                  </a:lnTo>
                  <a:lnTo>
                    <a:pt x="267843" y="108077"/>
                  </a:lnTo>
                  <a:lnTo>
                    <a:pt x="269494" y="109855"/>
                  </a:lnTo>
                  <a:lnTo>
                    <a:pt x="367157" y="109855"/>
                  </a:lnTo>
                  <a:lnTo>
                    <a:pt x="367157" y="92227"/>
                  </a:lnTo>
                  <a:lnTo>
                    <a:pt x="366268" y="91338"/>
                  </a:lnTo>
                  <a:lnTo>
                    <a:pt x="366268" y="102108"/>
                  </a:lnTo>
                  <a:lnTo>
                    <a:pt x="275463" y="102108"/>
                  </a:lnTo>
                  <a:lnTo>
                    <a:pt x="275463" y="11684"/>
                  </a:lnTo>
                  <a:lnTo>
                    <a:pt x="366268" y="102108"/>
                  </a:lnTo>
                  <a:lnTo>
                    <a:pt x="366268" y="91338"/>
                  </a:lnTo>
                  <a:lnTo>
                    <a:pt x="286410" y="11684"/>
                  </a:lnTo>
                  <a:lnTo>
                    <a:pt x="282460" y="7747"/>
                  </a:lnTo>
                  <a:lnTo>
                    <a:pt x="275844" y="1143"/>
                  </a:lnTo>
                  <a:lnTo>
                    <a:pt x="275082" y="508"/>
                  </a:lnTo>
                  <a:lnTo>
                    <a:pt x="274066" y="0"/>
                  </a:lnTo>
                  <a:lnTo>
                    <a:pt x="1778" y="0"/>
                  </a:lnTo>
                  <a:lnTo>
                    <a:pt x="0" y="1778"/>
                  </a:lnTo>
                  <a:lnTo>
                    <a:pt x="0" y="439420"/>
                  </a:lnTo>
                  <a:lnTo>
                    <a:pt x="1778" y="441071"/>
                  </a:lnTo>
                  <a:lnTo>
                    <a:pt x="373126" y="441071"/>
                  </a:lnTo>
                  <a:lnTo>
                    <a:pt x="374777" y="439420"/>
                  </a:lnTo>
                  <a:lnTo>
                    <a:pt x="374777" y="433197"/>
                  </a:lnTo>
                  <a:lnTo>
                    <a:pt x="374777" y="102108"/>
                  </a:lnTo>
                  <a:lnTo>
                    <a:pt x="374777" y="1003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47979" y="4038370"/>
              <a:ext cx="904875" cy="904240"/>
            </a:xfrm>
            <a:custGeom>
              <a:avLst/>
              <a:gdLst/>
              <a:ahLst/>
              <a:cxnLst/>
              <a:rect l="l" t="t" r="r" b="b"/>
              <a:pathLst>
                <a:path w="904875" h="904239">
                  <a:moveTo>
                    <a:pt x="543013" y="513562"/>
                  </a:moveTo>
                  <a:lnTo>
                    <a:pt x="541235" y="511784"/>
                  </a:lnTo>
                  <a:lnTo>
                    <a:pt x="539076" y="511784"/>
                  </a:lnTo>
                  <a:lnTo>
                    <a:pt x="366864" y="511784"/>
                  </a:lnTo>
                  <a:lnTo>
                    <a:pt x="365213" y="513562"/>
                  </a:lnTo>
                  <a:lnTo>
                    <a:pt x="365213" y="517880"/>
                  </a:lnTo>
                  <a:lnTo>
                    <a:pt x="366864" y="519658"/>
                  </a:lnTo>
                  <a:lnTo>
                    <a:pt x="541235" y="519658"/>
                  </a:lnTo>
                  <a:lnTo>
                    <a:pt x="543013" y="517880"/>
                  </a:lnTo>
                  <a:lnTo>
                    <a:pt x="543013" y="513562"/>
                  </a:lnTo>
                  <a:close/>
                </a:path>
                <a:path w="904875" h="904239">
                  <a:moveTo>
                    <a:pt x="543013" y="459587"/>
                  </a:moveTo>
                  <a:lnTo>
                    <a:pt x="541235" y="457809"/>
                  </a:lnTo>
                  <a:lnTo>
                    <a:pt x="539076" y="457809"/>
                  </a:lnTo>
                  <a:lnTo>
                    <a:pt x="366864" y="457809"/>
                  </a:lnTo>
                  <a:lnTo>
                    <a:pt x="365213" y="459587"/>
                  </a:lnTo>
                  <a:lnTo>
                    <a:pt x="365213" y="463905"/>
                  </a:lnTo>
                  <a:lnTo>
                    <a:pt x="366864" y="465683"/>
                  </a:lnTo>
                  <a:lnTo>
                    <a:pt x="541235" y="465683"/>
                  </a:lnTo>
                  <a:lnTo>
                    <a:pt x="543013" y="463905"/>
                  </a:lnTo>
                  <a:lnTo>
                    <a:pt x="543013" y="459587"/>
                  </a:lnTo>
                  <a:close/>
                </a:path>
                <a:path w="904875" h="904239">
                  <a:moveTo>
                    <a:pt x="543013" y="405612"/>
                  </a:moveTo>
                  <a:lnTo>
                    <a:pt x="541235" y="403961"/>
                  </a:lnTo>
                  <a:lnTo>
                    <a:pt x="539076" y="403961"/>
                  </a:lnTo>
                  <a:lnTo>
                    <a:pt x="366864" y="403961"/>
                  </a:lnTo>
                  <a:lnTo>
                    <a:pt x="365213" y="405612"/>
                  </a:lnTo>
                  <a:lnTo>
                    <a:pt x="365213" y="410057"/>
                  </a:lnTo>
                  <a:lnTo>
                    <a:pt x="366864" y="411708"/>
                  </a:lnTo>
                  <a:lnTo>
                    <a:pt x="541235" y="411708"/>
                  </a:lnTo>
                  <a:lnTo>
                    <a:pt x="543013" y="410057"/>
                  </a:lnTo>
                  <a:lnTo>
                    <a:pt x="543013" y="405612"/>
                  </a:lnTo>
                  <a:close/>
                </a:path>
                <a:path w="904875" h="904239">
                  <a:moveTo>
                    <a:pt x="640295" y="333984"/>
                  </a:moveTo>
                  <a:lnTo>
                    <a:pt x="639914" y="332968"/>
                  </a:lnTo>
                  <a:lnTo>
                    <a:pt x="639152" y="332333"/>
                  </a:lnTo>
                  <a:lnTo>
                    <a:pt x="632675" y="325882"/>
                  </a:lnTo>
                  <a:lnTo>
                    <a:pt x="632675" y="343509"/>
                  </a:lnTo>
                  <a:lnTo>
                    <a:pt x="632675" y="666851"/>
                  </a:lnTo>
                  <a:lnTo>
                    <a:pt x="273392" y="666851"/>
                  </a:lnTo>
                  <a:lnTo>
                    <a:pt x="273392" y="241401"/>
                  </a:lnTo>
                  <a:lnTo>
                    <a:pt x="533361" y="241401"/>
                  </a:lnTo>
                  <a:lnTo>
                    <a:pt x="533361" y="341731"/>
                  </a:lnTo>
                  <a:lnTo>
                    <a:pt x="535012" y="343509"/>
                  </a:lnTo>
                  <a:lnTo>
                    <a:pt x="632675" y="343509"/>
                  </a:lnTo>
                  <a:lnTo>
                    <a:pt x="632675" y="325882"/>
                  </a:lnTo>
                  <a:lnTo>
                    <a:pt x="631786" y="324993"/>
                  </a:lnTo>
                  <a:lnTo>
                    <a:pt x="631786" y="335762"/>
                  </a:lnTo>
                  <a:lnTo>
                    <a:pt x="540981" y="335762"/>
                  </a:lnTo>
                  <a:lnTo>
                    <a:pt x="540981" y="245338"/>
                  </a:lnTo>
                  <a:lnTo>
                    <a:pt x="631786" y="335762"/>
                  </a:lnTo>
                  <a:lnTo>
                    <a:pt x="631786" y="324993"/>
                  </a:lnTo>
                  <a:lnTo>
                    <a:pt x="551929" y="245338"/>
                  </a:lnTo>
                  <a:lnTo>
                    <a:pt x="547979" y="241401"/>
                  </a:lnTo>
                  <a:lnTo>
                    <a:pt x="541362" y="234797"/>
                  </a:lnTo>
                  <a:lnTo>
                    <a:pt x="540600" y="234162"/>
                  </a:lnTo>
                  <a:lnTo>
                    <a:pt x="539584" y="233654"/>
                  </a:lnTo>
                  <a:lnTo>
                    <a:pt x="267296" y="233654"/>
                  </a:lnTo>
                  <a:lnTo>
                    <a:pt x="265518" y="235432"/>
                  </a:lnTo>
                  <a:lnTo>
                    <a:pt x="265518" y="673074"/>
                  </a:lnTo>
                  <a:lnTo>
                    <a:pt x="267296" y="674725"/>
                  </a:lnTo>
                  <a:lnTo>
                    <a:pt x="638644" y="674725"/>
                  </a:lnTo>
                  <a:lnTo>
                    <a:pt x="640295" y="673074"/>
                  </a:lnTo>
                  <a:lnTo>
                    <a:pt x="640295" y="666851"/>
                  </a:lnTo>
                  <a:lnTo>
                    <a:pt x="640295" y="335762"/>
                  </a:lnTo>
                  <a:lnTo>
                    <a:pt x="640295" y="333984"/>
                  </a:lnTo>
                  <a:close/>
                </a:path>
                <a:path w="904875" h="904239">
                  <a:moveTo>
                    <a:pt x="811491" y="18389"/>
                  </a:moveTo>
                  <a:lnTo>
                    <a:pt x="807935" y="14833"/>
                  </a:lnTo>
                  <a:lnTo>
                    <a:pt x="799299" y="14833"/>
                  </a:lnTo>
                  <a:lnTo>
                    <a:pt x="795743" y="18389"/>
                  </a:lnTo>
                  <a:lnTo>
                    <a:pt x="795743" y="157200"/>
                  </a:lnTo>
                  <a:lnTo>
                    <a:pt x="790117" y="150685"/>
                  </a:lnTo>
                  <a:lnTo>
                    <a:pt x="735660" y="98856"/>
                  </a:lnTo>
                  <a:lnTo>
                    <a:pt x="696379" y="70612"/>
                  </a:lnTo>
                  <a:lnTo>
                    <a:pt x="654951" y="47066"/>
                  </a:lnTo>
                  <a:lnTo>
                    <a:pt x="611746" y="28244"/>
                  </a:lnTo>
                  <a:lnTo>
                    <a:pt x="572935" y="15951"/>
                  </a:lnTo>
                  <a:lnTo>
                    <a:pt x="521601" y="4699"/>
                  </a:lnTo>
                  <a:lnTo>
                    <a:pt x="475437" y="0"/>
                  </a:lnTo>
                  <a:lnTo>
                    <a:pt x="429094" y="0"/>
                  </a:lnTo>
                  <a:lnTo>
                    <a:pt x="382930" y="4699"/>
                  </a:lnTo>
                  <a:lnTo>
                    <a:pt x="337375" y="14122"/>
                  </a:lnTo>
                  <a:lnTo>
                    <a:pt x="292785" y="28244"/>
                  </a:lnTo>
                  <a:lnTo>
                    <a:pt x="249580" y="47066"/>
                  </a:lnTo>
                  <a:lnTo>
                    <a:pt x="208153" y="70612"/>
                  </a:lnTo>
                  <a:lnTo>
                    <a:pt x="168871" y="98856"/>
                  </a:lnTo>
                  <a:lnTo>
                    <a:pt x="132168" y="131800"/>
                  </a:lnTo>
                  <a:lnTo>
                    <a:pt x="99491" y="168173"/>
                  </a:lnTo>
                  <a:lnTo>
                    <a:pt x="71183" y="207352"/>
                  </a:lnTo>
                  <a:lnTo>
                    <a:pt x="47358" y="249110"/>
                  </a:lnTo>
                  <a:lnTo>
                    <a:pt x="28168" y="293154"/>
                  </a:lnTo>
                  <a:lnTo>
                    <a:pt x="13766" y="339229"/>
                  </a:lnTo>
                  <a:lnTo>
                    <a:pt x="4279" y="387070"/>
                  </a:lnTo>
                  <a:lnTo>
                    <a:pt x="0" y="434352"/>
                  </a:lnTo>
                  <a:lnTo>
                    <a:pt x="622" y="477075"/>
                  </a:lnTo>
                  <a:lnTo>
                    <a:pt x="685" y="481749"/>
                  </a:lnTo>
                  <a:lnTo>
                    <a:pt x="6261" y="528777"/>
                  </a:lnTo>
                  <a:lnTo>
                    <a:pt x="16624" y="574929"/>
                  </a:lnTo>
                  <a:lnTo>
                    <a:pt x="31699" y="619721"/>
                  </a:lnTo>
                  <a:lnTo>
                    <a:pt x="51396" y="662660"/>
                  </a:lnTo>
                  <a:lnTo>
                    <a:pt x="55587" y="666851"/>
                  </a:lnTo>
                  <a:lnTo>
                    <a:pt x="59651" y="666851"/>
                  </a:lnTo>
                  <a:lnTo>
                    <a:pt x="61048" y="666597"/>
                  </a:lnTo>
                  <a:lnTo>
                    <a:pt x="62191" y="665962"/>
                  </a:lnTo>
                  <a:lnTo>
                    <a:pt x="66001" y="663930"/>
                  </a:lnTo>
                  <a:lnTo>
                    <a:pt x="67525" y="659104"/>
                  </a:lnTo>
                  <a:lnTo>
                    <a:pt x="65493" y="655294"/>
                  </a:lnTo>
                  <a:lnTo>
                    <a:pt x="45605" y="612051"/>
                  </a:lnTo>
                  <a:lnTo>
                    <a:pt x="30708" y="567677"/>
                  </a:lnTo>
                  <a:lnTo>
                    <a:pt x="20739" y="522566"/>
                  </a:lnTo>
                  <a:lnTo>
                    <a:pt x="15621" y="477075"/>
                  </a:lnTo>
                  <a:lnTo>
                    <a:pt x="15341" y="434352"/>
                  </a:lnTo>
                  <a:lnTo>
                    <a:pt x="15328" y="431558"/>
                  </a:lnTo>
                  <a:lnTo>
                    <a:pt x="19710" y="387070"/>
                  </a:lnTo>
                  <a:lnTo>
                    <a:pt x="28943" y="341934"/>
                  </a:lnTo>
                  <a:lnTo>
                    <a:pt x="42748" y="298564"/>
                  </a:lnTo>
                  <a:lnTo>
                    <a:pt x="61150" y="256628"/>
                  </a:lnTo>
                  <a:lnTo>
                    <a:pt x="84086" y="216496"/>
                  </a:lnTo>
                  <a:lnTo>
                    <a:pt x="111493" y="178536"/>
                  </a:lnTo>
                  <a:lnTo>
                    <a:pt x="143344" y="143103"/>
                  </a:lnTo>
                  <a:lnTo>
                    <a:pt x="178765" y="111315"/>
                  </a:lnTo>
                  <a:lnTo>
                    <a:pt x="216649" y="84074"/>
                  </a:lnTo>
                  <a:lnTo>
                    <a:pt x="256628" y="61366"/>
                  </a:lnTo>
                  <a:lnTo>
                    <a:pt x="298323" y="43192"/>
                  </a:lnTo>
                  <a:lnTo>
                    <a:pt x="341337" y="29565"/>
                  </a:lnTo>
                  <a:lnTo>
                    <a:pt x="385305" y="20485"/>
                  </a:lnTo>
                  <a:lnTo>
                    <a:pt x="429844" y="15951"/>
                  </a:lnTo>
                  <a:lnTo>
                    <a:pt x="474560" y="15951"/>
                  </a:lnTo>
                  <a:lnTo>
                    <a:pt x="519099" y="20485"/>
                  </a:lnTo>
                  <a:lnTo>
                    <a:pt x="563067" y="29565"/>
                  </a:lnTo>
                  <a:lnTo>
                    <a:pt x="606082" y="43192"/>
                  </a:lnTo>
                  <a:lnTo>
                    <a:pt x="647776" y="61366"/>
                  </a:lnTo>
                  <a:lnTo>
                    <a:pt x="687755" y="84074"/>
                  </a:lnTo>
                  <a:lnTo>
                    <a:pt x="725639" y="111315"/>
                  </a:lnTo>
                  <a:lnTo>
                    <a:pt x="761072" y="143103"/>
                  </a:lnTo>
                  <a:lnTo>
                    <a:pt x="786980" y="171424"/>
                  </a:lnTo>
                  <a:lnTo>
                    <a:pt x="642708" y="171424"/>
                  </a:lnTo>
                  <a:lnTo>
                    <a:pt x="639152" y="174980"/>
                  </a:lnTo>
                  <a:lnTo>
                    <a:pt x="639279" y="183870"/>
                  </a:lnTo>
                  <a:lnTo>
                    <a:pt x="642708" y="187299"/>
                  </a:lnTo>
                  <a:lnTo>
                    <a:pt x="804506" y="187299"/>
                  </a:lnTo>
                  <a:lnTo>
                    <a:pt x="805776" y="187045"/>
                  </a:lnTo>
                  <a:lnTo>
                    <a:pt x="806157" y="186791"/>
                  </a:lnTo>
                  <a:lnTo>
                    <a:pt x="806792" y="186791"/>
                  </a:lnTo>
                  <a:lnTo>
                    <a:pt x="807935" y="186029"/>
                  </a:lnTo>
                  <a:lnTo>
                    <a:pt x="808951" y="185140"/>
                  </a:lnTo>
                  <a:lnTo>
                    <a:pt x="809104" y="185140"/>
                  </a:lnTo>
                  <a:lnTo>
                    <a:pt x="809586" y="184505"/>
                  </a:lnTo>
                  <a:lnTo>
                    <a:pt x="809840" y="184251"/>
                  </a:lnTo>
                  <a:lnTo>
                    <a:pt x="810094" y="183870"/>
                  </a:lnTo>
                  <a:lnTo>
                    <a:pt x="810475" y="183362"/>
                  </a:lnTo>
                  <a:lnTo>
                    <a:pt x="810602" y="182981"/>
                  </a:lnTo>
                  <a:lnTo>
                    <a:pt x="810856" y="182600"/>
                  </a:lnTo>
                  <a:lnTo>
                    <a:pt x="810983" y="182346"/>
                  </a:lnTo>
                  <a:lnTo>
                    <a:pt x="811110" y="181965"/>
                  </a:lnTo>
                  <a:lnTo>
                    <a:pt x="811237" y="181584"/>
                  </a:lnTo>
                  <a:lnTo>
                    <a:pt x="811364" y="180441"/>
                  </a:lnTo>
                  <a:lnTo>
                    <a:pt x="811377" y="157200"/>
                  </a:lnTo>
                  <a:lnTo>
                    <a:pt x="811491" y="18389"/>
                  </a:lnTo>
                  <a:close/>
                </a:path>
                <a:path w="904875" h="904239">
                  <a:moveTo>
                    <a:pt x="904659" y="469595"/>
                  </a:moveTo>
                  <a:lnTo>
                    <a:pt x="903973" y="422198"/>
                  </a:lnTo>
                  <a:lnTo>
                    <a:pt x="898398" y="375170"/>
                  </a:lnTo>
                  <a:lnTo>
                    <a:pt x="888034" y="329018"/>
                  </a:lnTo>
                  <a:lnTo>
                    <a:pt x="872959" y="284226"/>
                  </a:lnTo>
                  <a:lnTo>
                    <a:pt x="853274" y="241274"/>
                  </a:lnTo>
                  <a:lnTo>
                    <a:pt x="846416" y="235940"/>
                  </a:lnTo>
                  <a:lnTo>
                    <a:pt x="842479" y="237972"/>
                  </a:lnTo>
                  <a:lnTo>
                    <a:pt x="838542" y="240004"/>
                  </a:lnTo>
                  <a:lnTo>
                    <a:pt x="837145" y="244957"/>
                  </a:lnTo>
                  <a:lnTo>
                    <a:pt x="839177" y="248767"/>
                  </a:lnTo>
                  <a:lnTo>
                    <a:pt x="859015" y="291998"/>
                  </a:lnTo>
                  <a:lnTo>
                    <a:pt x="873887" y="336334"/>
                  </a:lnTo>
                  <a:lnTo>
                    <a:pt x="883831" y="381431"/>
                  </a:lnTo>
                  <a:lnTo>
                    <a:pt x="888923" y="426910"/>
                  </a:lnTo>
                  <a:lnTo>
                    <a:pt x="889190" y="472401"/>
                  </a:lnTo>
                  <a:lnTo>
                    <a:pt x="884720" y="517550"/>
                  </a:lnTo>
                  <a:lnTo>
                    <a:pt x="875538" y="561987"/>
                  </a:lnTo>
                  <a:lnTo>
                    <a:pt x="861733" y="605358"/>
                  </a:lnTo>
                  <a:lnTo>
                    <a:pt x="843330" y="647268"/>
                  </a:lnTo>
                  <a:lnTo>
                    <a:pt x="820407" y="687374"/>
                  </a:lnTo>
                  <a:lnTo>
                    <a:pt x="793013" y="725309"/>
                  </a:lnTo>
                  <a:lnTo>
                    <a:pt x="761199" y="760704"/>
                  </a:lnTo>
                  <a:lnTo>
                    <a:pt x="725766" y="792505"/>
                  </a:lnTo>
                  <a:lnTo>
                    <a:pt x="687882" y="819746"/>
                  </a:lnTo>
                  <a:lnTo>
                    <a:pt x="647915" y="842454"/>
                  </a:lnTo>
                  <a:lnTo>
                    <a:pt x="606234" y="860628"/>
                  </a:lnTo>
                  <a:lnTo>
                    <a:pt x="563232" y="874255"/>
                  </a:lnTo>
                  <a:lnTo>
                    <a:pt x="519277" y="883335"/>
                  </a:lnTo>
                  <a:lnTo>
                    <a:pt x="474751" y="887869"/>
                  </a:lnTo>
                  <a:lnTo>
                    <a:pt x="430034" y="887869"/>
                  </a:lnTo>
                  <a:lnTo>
                    <a:pt x="385508" y="883335"/>
                  </a:lnTo>
                  <a:lnTo>
                    <a:pt x="341553" y="874255"/>
                  </a:lnTo>
                  <a:lnTo>
                    <a:pt x="298551" y="860628"/>
                  </a:lnTo>
                  <a:lnTo>
                    <a:pt x="256870" y="842454"/>
                  </a:lnTo>
                  <a:lnTo>
                    <a:pt x="216903" y="819746"/>
                  </a:lnTo>
                  <a:lnTo>
                    <a:pt x="179019" y="792505"/>
                  </a:lnTo>
                  <a:lnTo>
                    <a:pt x="143598" y="760704"/>
                  </a:lnTo>
                  <a:lnTo>
                    <a:pt x="117690" y="732510"/>
                  </a:lnTo>
                  <a:lnTo>
                    <a:pt x="261835" y="732510"/>
                  </a:lnTo>
                  <a:lnTo>
                    <a:pt x="265391" y="728954"/>
                  </a:lnTo>
                  <a:lnTo>
                    <a:pt x="265391" y="720064"/>
                  </a:lnTo>
                  <a:lnTo>
                    <a:pt x="261835" y="716508"/>
                  </a:lnTo>
                  <a:lnTo>
                    <a:pt x="96608" y="716508"/>
                  </a:lnTo>
                  <a:lnTo>
                    <a:pt x="93052" y="720064"/>
                  </a:lnTo>
                  <a:lnTo>
                    <a:pt x="93052" y="885418"/>
                  </a:lnTo>
                  <a:lnTo>
                    <a:pt x="96608" y="888974"/>
                  </a:lnTo>
                  <a:lnTo>
                    <a:pt x="105371" y="888974"/>
                  </a:lnTo>
                  <a:lnTo>
                    <a:pt x="108927" y="885418"/>
                  </a:lnTo>
                  <a:lnTo>
                    <a:pt x="108927" y="746607"/>
                  </a:lnTo>
                  <a:lnTo>
                    <a:pt x="120421" y="759485"/>
                  </a:lnTo>
                  <a:lnTo>
                    <a:pt x="171729" y="807008"/>
                  </a:lnTo>
                  <a:lnTo>
                    <a:pt x="214083" y="836726"/>
                  </a:lnTo>
                  <a:lnTo>
                    <a:pt x="258851" y="861021"/>
                  </a:lnTo>
                  <a:lnTo>
                    <a:pt x="305562" y="879932"/>
                  </a:lnTo>
                  <a:lnTo>
                    <a:pt x="353720" y="893419"/>
                  </a:lnTo>
                  <a:lnTo>
                    <a:pt x="402844" y="901522"/>
                  </a:lnTo>
                  <a:lnTo>
                    <a:pt x="452462" y="904214"/>
                  </a:lnTo>
                  <a:lnTo>
                    <a:pt x="502056" y="901522"/>
                  </a:lnTo>
                  <a:lnTo>
                    <a:pt x="551167" y="893419"/>
                  </a:lnTo>
                  <a:lnTo>
                    <a:pt x="599313" y="879932"/>
                  </a:lnTo>
                  <a:lnTo>
                    <a:pt x="645985" y="861021"/>
                  </a:lnTo>
                  <a:lnTo>
                    <a:pt x="690727" y="836726"/>
                  </a:lnTo>
                  <a:lnTo>
                    <a:pt x="733056" y="807008"/>
                  </a:lnTo>
                  <a:lnTo>
                    <a:pt x="772502" y="771880"/>
                  </a:lnTo>
                  <a:lnTo>
                    <a:pt x="805205" y="735584"/>
                  </a:lnTo>
                  <a:lnTo>
                    <a:pt x="833539" y="696429"/>
                  </a:lnTo>
                  <a:lnTo>
                    <a:pt x="857351" y="654710"/>
                  </a:lnTo>
                  <a:lnTo>
                    <a:pt x="876515" y="610704"/>
                  </a:lnTo>
                  <a:lnTo>
                    <a:pt x="890905" y="564667"/>
                  </a:lnTo>
                  <a:lnTo>
                    <a:pt x="900391" y="516864"/>
                  </a:lnTo>
                  <a:lnTo>
                    <a:pt x="904659" y="469595"/>
                  </a:lnTo>
                  <a:close/>
                </a:path>
              </a:pathLst>
            </a:custGeom>
            <a:solidFill>
              <a:srgbClr val="7D87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049769" y="5228590"/>
            <a:ext cx="1173480" cy="483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30">
                <a:latin typeface="Arial"/>
                <a:cs typeface="Arial"/>
              </a:rPr>
              <a:t>DO</a:t>
            </a:r>
            <a:r>
              <a:rPr sz="1600" b="1" spc="-80">
                <a:latin typeface="Arial"/>
                <a:cs typeface="Arial"/>
              </a:rPr>
              <a:t> </a:t>
            </a:r>
            <a:r>
              <a:rPr sz="1600" b="1" spc="-25">
                <a:latin typeface="Arial"/>
                <a:cs typeface="Arial"/>
              </a:rPr>
              <a:t>NOT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-20">
                <a:solidFill>
                  <a:srgbClr val="5C6476"/>
                </a:solidFill>
                <a:latin typeface="Arial"/>
                <a:cs typeface="Arial"/>
              </a:rPr>
              <a:t>combine</a:t>
            </a:r>
            <a:r>
              <a:rPr sz="1400" spc="-75">
                <a:solidFill>
                  <a:srgbClr val="5C6476"/>
                </a:solidFill>
                <a:latin typeface="Arial"/>
                <a:cs typeface="Arial"/>
              </a:rPr>
              <a:t> </a:t>
            </a:r>
            <a:r>
              <a:rPr sz="1400" spc="-10">
                <a:solidFill>
                  <a:srgbClr val="5C6476"/>
                </a:solidFill>
                <a:latin typeface="Arial"/>
                <a:cs typeface="Arial"/>
              </a:rPr>
              <a:t>icons.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092946" y="4051172"/>
            <a:ext cx="772160" cy="908050"/>
          </a:xfrm>
          <a:custGeom>
            <a:avLst/>
            <a:gdLst/>
            <a:ahLst/>
            <a:cxnLst/>
            <a:rect l="l" t="t" r="r" b="b"/>
            <a:pathLst>
              <a:path w="772159" h="908050">
                <a:moveTo>
                  <a:pt x="671195" y="728218"/>
                </a:moveTo>
                <a:lnTo>
                  <a:pt x="665734" y="724662"/>
                </a:lnTo>
                <a:lnTo>
                  <a:pt x="658876" y="724662"/>
                </a:lnTo>
                <a:lnTo>
                  <a:pt x="110617" y="724662"/>
                </a:lnTo>
                <a:lnTo>
                  <a:pt x="105029" y="728218"/>
                </a:lnTo>
                <a:lnTo>
                  <a:pt x="105029" y="737108"/>
                </a:lnTo>
                <a:lnTo>
                  <a:pt x="110617" y="740664"/>
                </a:lnTo>
                <a:lnTo>
                  <a:pt x="665607" y="740664"/>
                </a:lnTo>
                <a:lnTo>
                  <a:pt x="671195" y="737108"/>
                </a:lnTo>
                <a:lnTo>
                  <a:pt x="671195" y="728218"/>
                </a:lnTo>
                <a:close/>
              </a:path>
              <a:path w="772159" h="908050">
                <a:moveTo>
                  <a:pt x="671195" y="613664"/>
                </a:moveTo>
                <a:lnTo>
                  <a:pt x="665734" y="610108"/>
                </a:lnTo>
                <a:lnTo>
                  <a:pt x="658876" y="610108"/>
                </a:lnTo>
                <a:lnTo>
                  <a:pt x="110617" y="610108"/>
                </a:lnTo>
                <a:lnTo>
                  <a:pt x="105029" y="613664"/>
                </a:lnTo>
                <a:lnTo>
                  <a:pt x="105029" y="622554"/>
                </a:lnTo>
                <a:lnTo>
                  <a:pt x="110617" y="626110"/>
                </a:lnTo>
                <a:lnTo>
                  <a:pt x="665607" y="626110"/>
                </a:lnTo>
                <a:lnTo>
                  <a:pt x="671195" y="622554"/>
                </a:lnTo>
                <a:lnTo>
                  <a:pt x="671195" y="613664"/>
                </a:lnTo>
                <a:close/>
              </a:path>
              <a:path w="772159" h="908050">
                <a:moveTo>
                  <a:pt x="671195" y="499110"/>
                </a:moveTo>
                <a:lnTo>
                  <a:pt x="665734" y="495554"/>
                </a:lnTo>
                <a:lnTo>
                  <a:pt x="658876" y="495554"/>
                </a:lnTo>
                <a:lnTo>
                  <a:pt x="110617" y="495554"/>
                </a:lnTo>
                <a:lnTo>
                  <a:pt x="105029" y="499110"/>
                </a:lnTo>
                <a:lnTo>
                  <a:pt x="105029" y="508000"/>
                </a:lnTo>
                <a:lnTo>
                  <a:pt x="110617" y="511556"/>
                </a:lnTo>
                <a:lnTo>
                  <a:pt x="665607" y="511556"/>
                </a:lnTo>
                <a:lnTo>
                  <a:pt x="671195" y="508000"/>
                </a:lnTo>
                <a:lnTo>
                  <a:pt x="671195" y="499110"/>
                </a:lnTo>
                <a:close/>
              </a:path>
              <a:path w="772159" h="908050">
                <a:moveTo>
                  <a:pt x="671195" y="384556"/>
                </a:moveTo>
                <a:lnTo>
                  <a:pt x="665734" y="381000"/>
                </a:lnTo>
                <a:lnTo>
                  <a:pt x="658876" y="381000"/>
                </a:lnTo>
                <a:lnTo>
                  <a:pt x="110617" y="381000"/>
                </a:lnTo>
                <a:lnTo>
                  <a:pt x="105029" y="384556"/>
                </a:lnTo>
                <a:lnTo>
                  <a:pt x="105029" y="393446"/>
                </a:lnTo>
                <a:lnTo>
                  <a:pt x="110617" y="397002"/>
                </a:lnTo>
                <a:lnTo>
                  <a:pt x="665607" y="397002"/>
                </a:lnTo>
                <a:lnTo>
                  <a:pt x="671195" y="393446"/>
                </a:lnTo>
                <a:lnTo>
                  <a:pt x="671195" y="384556"/>
                </a:lnTo>
                <a:close/>
              </a:path>
              <a:path w="772159" h="908050">
                <a:moveTo>
                  <a:pt x="671195" y="270002"/>
                </a:moveTo>
                <a:lnTo>
                  <a:pt x="665734" y="266446"/>
                </a:lnTo>
                <a:lnTo>
                  <a:pt x="658876" y="266446"/>
                </a:lnTo>
                <a:lnTo>
                  <a:pt x="110617" y="266446"/>
                </a:lnTo>
                <a:lnTo>
                  <a:pt x="105029" y="270002"/>
                </a:lnTo>
                <a:lnTo>
                  <a:pt x="105029" y="278765"/>
                </a:lnTo>
                <a:lnTo>
                  <a:pt x="110617" y="282321"/>
                </a:lnTo>
                <a:lnTo>
                  <a:pt x="665607" y="282321"/>
                </a:lnTo>
                <a:lnTo>
                  <a:pt x="671195" y="278765"/>
                </a:lnTo>
                <a:lnTo>
                  <a:pt x="671195" y="270002"/>
                </a:lnTo>
                <a:close/>
              </a:path>
              <a:path w="772159" h="908050">
                <a:moveTo>
                  <a:pt x="771652" y="206375"/>
                </a:moveTo>
                <a:lnTo>
                  <a:pt x="770763" y="204470"/>
                </a:lnTo>
                <a:lnTo>
                  <a:pt x="755777" y="189560"/>
                </a:lnTo>
                <a:lnTo>
                  <a:pt x="755777" y="226060"/>
                </a:lnTo>
                <a:lnTo>
                  <a:pt x="755777" y="891921"/>
                </a:lnTo>
                <a:lnTo>
                  <a:pt x="16002" y="891921"/>
                </a:lnTo>
                <a:lnTo>
                  <a:pt x="16002" y="15875"/>
                </a:lnTo>
                <a:lnTo>
                  <a:pt x="551180" y="15875"/>
                </a:lnTo>
                <a:lnTo>
                  <a:pt x="551180" y="222504"/>
                </a:lnTo>
                <a:lnTo>
                  <a:pt x="554736" y="226060"/>
                </a:lnTo>
                <a:lnTo>
                  <a:pt x="755777" y="226060"/>
                </a:lnTo>
                <a:lnTo>
                  <a:pt x="755777" y="189560"/>
                </a:lnTo>
                <a:lnTo>
                  <a:pt x="753999" y="187794"/>
                </a:lnTo>
                <a:lnTo>
                  <a:pt x="753999" y="210185"/>
                </a:lnTo>
                <a:lnTo>
                  <a:pt x="567055" y="210185"/>
                </a:lnTo>
                <a:lnTo>
                  <a:pt x="567055" y="24130"/>
                </a:lnTo>
                <a:lnTo>
                  <a:pt x="753999" y="210185"/>
                </a:lnTo>
                <a:lnTo>
                  <a:pt x="753999" y="187794"/>
                </a:lnTo>
                <a:lnTo>
                  <a:pt x="589521" y="24130"/>
                </a:lnTo>
                <a:lnTo>
                  <a:pt x="581215" y="15875"/>
                </a:lnTo>
                <a:lnTo>
                  <a:pt x="566166" y="889"/>
                </a:lnTo>
                <a:lnTo>
                  <a:pt x="564261" y="0"/>
                </a:lnTo>
                <a:lnTo>
                  <a:pt x="3429" y="0"/>
                </a:lnTo>
                <a:lnTo>
                  <a:pt x="0" y="3429"/>
                </a:lnTo>
                <a:lnTo>
                  <a:pt x="0" y="904367"/>
                </a:lnTo>
                <a:lnTo>
                  <a:pt x="3556" y="907923"/>
                </a:lnTo>
                <a:lnTo>
                  <a:pt x="768096" y="907923"/>
                </a:lnTo>
                <a:lnTo>
                  <a:pt x="771652" y="904367"/>
                </a:lnTo>
                <a:lnTo>
                  <a:pt x="771652" y="891921"/>
                </a:lnTo>
                <a:lnTo>
                  <a:pt x="771652" y="210185"/>
                </a:lnTo>
                <a:lnTo>
                  <a:pt x="771652" y="206375"/>
                </a:lnTo>
                <a:close/>
              </a:path>
            </a:pathLst>
          </a:custGeom>
          <a:solidFill>
            <a:srgbClr val="7D87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920098" y="5228590"/>
            <a:ext cx="1053465" cy="483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600" b="1" spc="-30">
                <a:latin typeface="Arial"/>
                <a:cs typeface="Arial"/>
              </a:rPr>
              <a:t>DO</a:t>
            </a:r>
            <a:r>
              <a:rPr sz="1600" b="1" spc="-80">
                <a:latin typeface="Arial"/>
                <a:cs typeface="Arial"/>
              </a:rPr>
              <a:t> </a:t>
            </a:r>
            <a:r>
              <a:rPr sz="1600" b="1" spc="-25">
                <a:latin typeface="Arial"/>
                <a:cs typeface="Arial"/>
              </a:rPr>
              <a:t>NOT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>
                <a:solidFill>
                  <a:srgbClr val="3C444F"/>
                </a:solidFill>
                <a:latin typeface="Arial"/>
                <a:cs typeface="Arial"/>
              </a:rPr>
              <a:t>modify </a:t>
            </a:r>
            <a:r>
              <a:rPr sz="1400" spc="-10">
                <a:solidFill>
                  <a:srgbClr val="3C444F"/>
                </a:solidFill>
                <a:latin typeface="Arial"/>
                <a:cs typeface="Arial"/>
              </a:rPr>
              <a:t>icons.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736326" y="4055998"/>
            <a:ext cx="838835" cy="898525"/>
          </a:xfrm>
          <a:custGeom>
            <a:avLst/>
            <a:gdLst/>
            <a:ahLst/>
            <a:cxnLst/>
            <a:rect l="l" t="t" r="r" b="b"/>
            <a:pathLst>
              <a:path w="838834" h="898525">
                <a:moveTo>
                  <a:pt x="347599" y="623697"/>
                </a:moveTo>
                <a:lnTo>
                  <a:pt x="70484" y="623697"/>
                </a:lnTo>
                <a:lnTo>
                  <a:pt x="43076" y="618168"/>
                </a:lnTo>
                <a:lnTo>
                  <a:pt x="20669" y="603091"/>
                </a:lnTo>
                <a:lnTo>
                  <a:pt x="5548" y="580727"/>
                </a:lnTo>
                <a:lnTo>
                  <a:pt x="0" y="553338"/>
                </a:lnTo>
                <a:lnTo>
                  <a:pt x="0" y="0"/>
                </a:lnTo>
                <a:lnTo>
                  <a:pt x="420497" y="0"/>
                </a:lnTo>
                <a:lnTo>
                  <a:pt x="447885" y="5530"/>
                </a:lnTo>
                <a:lnTo>
                  <a:pt x="470249" y="20621"/>
                </a:lnTo>
                <a:lnTo>
                  <a:pt x="485326" y="43023"/>
                </a:lnTo>
                <a:lnTo>
                  <a:pt x="490854" y="70485"/>
                </a:lnTo>
                <a:lnTo>
                  <a:pt x="490854" y="274827"/>
                </a:lnTo>
              </a:path>
              <a:path w="838834" h="898525">
                <a:moveTo>
                  <a:pt x="84581" y="207010"/>
                </a:moveTo>
                <a:lnTo>
                  <a:pt x="406400" y="207010"/>
                </a:lnTo>
              </a:path>
              <a:path w="838834" h="898525">
                <a:moveTo>
                  <a:pt x="84581" y="313054"/>
                </a:moveTo>
                <a:lnTo>
                  <a:pt x="347599" y="313054"/>
                </a:lnTo>
              </a:path>
              <a:path w="838834" h="898525">
                <a:moveTo>
                  <a:pt x="84581" y="416687"/>
                </a:moveTo>
                <a:lnTo>
                  <a:pt x="347599" y="416687"/>
                </a:lnTo>
              </a:path>
              <a:path w="838834" h="898525">
                <a:moveTo>
                  <a:pt x="347599" y="274827"/>
                </a:moveTo>
                <a:lnTo>
                  <a:pt x="767969" y="274827"/>
                </a:lnTo>
                <a:lnTo>
                  <a:pt x="795377" y="280356"/>
                </a:lnTo>
                <a:lnTo>
                  <a:pt x="817784" y="295433"/>
                </a:lnTo>
                <a:lnTo>
                  <a:pt x="832905" y="317797"/>
                </a:lnTo>
                <a:lnTo>
                  <a:pt x="838453" y="345186"/>
                </a:lnTo>
                <a:lnTo>
                  <a:pt x="838453" y="898398"/>
                </a:lnTo>
                <a:lnTo>
                  <a:pt x="417956" y="898398"/>
                </a:lnTo>
                <a:lnTo>
                  <a:pt x="390568" y="892869"/>
                </a:lnTo>
                <a:lnTo>
                  <a:pt x="368204" y="877792"/>
                </a:lnTo>
                <a:lnTo>
                  <a:pt x="353127" y="855428"/>
                </a:lnTo>
                <a:lnTo>
                  <a:pt x="347599" y="828039"/>
                </a:lnTo>
                <a:lnTo>
                  <a:pt x="347599" y="274827"/>
                </a:lnTo>
                <a:close/>
              </a:path>
              <a:path w="838834" h="898525">
                <a:moveTo>
                  <a:pt x="432053" y="481838"/>
                </a:moveTo>
                <a:lnTo>
                  <a:pt x="753999" y="481838"/>
                </a:lnTo>
              </a:path>
              <a:path w="838834" h="898525">
                <a:moveTo>
                  <a:pt x="432053" y="587755"/>
                </a:moveTo>
                <a:lnTo>
                  <a:pt x="753999" y="587755"/>
                </a:lnTo>
              </a:path>
              <a:path w="838834" h="898525">
                <a:moveTo>
                  <a:pt x="432053" y="691388"/>
                </a:moveTo>
                <a:lnTo>
                  <a:pt x="753999" y="691388"/>
                </a:lnTo>
              </a:path>
            </a:pathLst>
          </a:custGeom>
          <a:ln w="23812">
            <a:solidFill>
              <a:srgbClr val="7D87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509631" y="5228590"/>
            <a:ext cx="1367155" cy="483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600" b="1" spc="-30">
                <a:latin typeface="Arial"/>
                <a:cs typeface="Arial"/>
              </a:rPr>
              <a:t>DO</a:t>
            </a:r>
            <a:r>
              <a:rPr sz="1600" b="1" spc="-75">
                <a:latin typeface="Arial"/>
                <a:cs typeface="Arial"/>
              </a:rPr>
              <a:t> </a:t>
            </a:r>
            <a:r>
              <a:rPr sz="1600" b="1" spc="-25">
                <a:latin typeface="Arial"/>
                <a:cs typeface="Arial"/>
              </a:rPr>
              <a:t>NOT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-10">
                <a:solidFill>
                  <a:srgbClr val="5C6476"/>
                </a:solidFill>
                <a:latin typeface="Arial"/>
                <a:cs typeface="Arial"/>
              </a:rPr>
              <a:t>create</a:t>
            </a:r>
            <a:r>
              <a:rPr sz="1400" spc="-90">
                <a:solidFill>
                  <a:srgbClr val="5C6476"/>
                </a:solidFill>
                <a:latin typeface="Arial"/>
                <a:cs typeface="Arial"/>
              </a:rPr>
              <a:t> </a:t>
            </a:r>
            <a:r>
              <a:rPr sz="1400" spc="-10">
                <a:solidFill>
                  <a:srgbClr val="5C6476"/>
                </a:solidFill>
                <a:latin typeface="Arial"/>
                <a:cs typeface="Arial"/>
              </a:rPr>
              <a:t>new</a:t>
            </a:r>
            <a:r>
              <a:rPr sz="1400" spc="-85">
                <a:solidFill>
                  <a:srgbClr val="5C6476"/>
                </a:solidFill>
                <a:latin typeface="Arial"/>
                <a:cs typeface="Arial"/>
              </a:rPr>
              <a:t> </a:t>
            </a:r>
            <a:r>
              <a:rPr sz="1400" spc="-10">
                <a:solidFill>
                  <a:srgbClr val="5C6476"/>
                </a:solidFill>
                <a:latin typeface="Arial"/>
                <a:cs typeface="Arial"/>
              </a:rPr>
              <a:t>icons.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614541" y="6182359"/>
            <a:ext cx="5441315" cy="0"/>
          </a:xfrm>
          <a:custGeom>
            <a:avLst/>
            <a:gdLst/>
            <a:ahLst/>
            <a:cxnLst/>
            <a:rect l="l" t="t" r="r" b="b"/>
            <a:pathLst>
              <a:path w="5441315">
                <a:moveTo>
                  <a:pt x="0" y="0"/>
                </a:moveTo>
                <a:lnTo>
                  <a:pt x="5441187" y="0"/>
                </a:lnTo>
              </a:path>
            </a:pathLst>
          </a:custGeom>
          <a:ln w="12700">
            <a:solidFill>
              <a:srgbClr val="B9C0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838950" y="6434454"/>
            <a:ext cx="53066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>
                <a:solidFill>
                  <a:srgbClr val="0766D1"/>
                </a:solidFill>
                <a:latin typeface="Arial"/>
                <a:cs typeface="Arial"/>
              </a:rPr>
              <a:t>DO</a:t>
            </a:r>
            <a:r>
              <a:rPr sz="2000" b="1" spc="-140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2000" b="1">
                <a:solidFill>
                  <a:srgbClr val="0766D1"/>
                </a:solidFill>
                <a:latin typeface="Arial"/>
                <a:cs typeface="Arial"/>
              </a:rPr>
              <a:t>NOT</a:t>
            </a:r>
            <a:r>
              <a:rPr sz="2000" b="1" spc="-140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MODIFY</a:t>
            </a:r>
            <a:r>
              <a:rPr sz="2000" spc="-90">
                <a:latin typeface="Arial"/>
                <a:cs typeface="Arial"/>
              </a:rPr>
              <a:t> </a:t>
            </a:r>
            <a:r>
              <a:rPr sz="2000" spc="-30">
                <a:latin typeface="Arial"/>
                <a:cs typeface="Arial"/>
              </a:rPr>
              <a:t>LINE</a:t>
            </a:r>
            <a:r>
              <a:rPr sz="2000" spc="-80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WEIGHT</a:t>
            </a:r>
            <a:r>
              <a:rPr sz="2000" spc="-90">
                <a:latin typeface="Arial"/>
                <a:cs typeface="Arial"/>
              </a:rPr>
              <a:t> OR</a:t>
            </a:r>
            <a:r>
              <a:rPr sz="2000" spc="-75">
                <a:latin typeface="Arial"/>
                <a:cs typeface="Arial"/>
              </a:rPr>
              <a:t> </a:t>
            </a:r>
            <a:r>
              <a:rPr sz="2000" spc="-25">
                <a:latin typeface="Arial"/>
                <a:cs typeface="Arial"/>
              </a:rPr>
              <a:t>STYLING.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252969" y="7245604"/>
            <a:ext cx="744220" cy="868680"/>
            <a:chOff x="7252969" y="7245604"/>
            <a:chExt cx="744220" cy="868680"/>
          </a:xfrm>
        </p:grpSpPr>
        <p:sp>
          <p:nvSpPr>
            <p:cNvPr id="42" name="object 42"/>
            <p:cNvSpPr/>
            <p:nvPr/>
          </p:nvSpPr>
          <p:spPr>
            <a:xfrm>
              <a:off x="7272019" y="7264781"/>
              <a:ext cx="706120" cy="830580"/>
            </a:xfrm>
            <a:custGeom>
              <a:avLst/>
              <a:gdLst/>
              <a:ahLst/>
              <a:cxnLst/>
              <a:rect l="l" t="t" r="r" b="b"/>
              <a:pathLst>
                <a:path w="706120" h="830579">
                  <a:moveTo>
                    <a:pt x="516000" y="0"/>
                  </a:moveTo>
                  <a:lnTo>
                    <a:pt x="3175" y="0"/>
                  </a:lnTo>
                  <a:lnTo>
                    <a:pt x="0" y="3175"/>
                  </a:lnTo>
                  <a:lnTo>
                    <a:pt x="0" y="827024"/>
                  </a:lnTo>
                  <a:lnTo>
                    <a:pt x="3301" y="830326"/>
                  </a:lnTo>
                  <a:lnTo>
                    <a:pt x="702436" y="830326"/>
                  </a:lnTo>
                  <a:lnTo>
                    <a:pt x="705738" y="827024"/>
                  </a:lnTo>
                  <a:lnTo>
                    <a:pt x="705738" y="815594"/>
                  </a:lnTo>
                  <a:lnTo>
                    <a:pt x="14604" y="815594"/>
                  </a:lnTo>
                  <a:lnTo>
                    <a:pt x="14604" y="14351"/>
                  </a:lnTo>
                  <a:lnTo>
                    <a:pt x="531672" y="14351"/>
                  </a:lnTo>
                  <a:lnTo>
                    <a:pt x="519302" y="2032"/>
                  </a:lnTo>
                  <a:lnTo>
                    <a:pt x="517905" y="762"/>
                  </a:lnTo>
                  <a:lnTo>
                    <a:pt x="516000" y="0"/>
                  </a:lnTo>
                  <a:close/>
                </a:path>
                <a:path w="706120" h="830579">
                  <a:moveTo>
                    <a:pt x="531672" y="14351"/>
                  </a:moveTo>
                  <a:lnTo>
                    <a:pt x="504062" y="14351"/>
                  </a:lnTo>
                  <a:lnTo>
                    <a:pt x="504062" y="203454"/>
                  </a:lnTo>
                  <a:lnTo>
                    <a:pt x="507364" y="206629"/>
                  </a:lnTo>
                  <a:lnTo>
                    <a:pt x="691260" y="206629"/>
                  </a:lnTo>
                  <a:lnTo>
                    <a:pt x="691260" y="815594"/>
                  </a:lnTo>
                  <a:lnTo>
                    <a:pt x="705738" y="815594"/>
                  </a:lnTo>
                  <a:lnTo>
                    <a:pt x="705738" y="192151"/>
                  </a:lnTo>
                  <a:lnTo>
                    <a:pt x="518668" y="192151"/>
                  </a:lnTo>
                  <a:lnTo>
                    <a:pt x="518668" y="21971"/>
                  </a:lnTo>
                  <a:lnTo>
                    <a:pt x="539324" y="21971"/>
                  </a:lnTo>
                  <a:lnTo>
                    <a:pt x="531672" y="14351"/>
                  </a:lnTo>
                  <a:close/>
                </a:path>
                <a:path w="706120" h="830579">
                  <a:moveTo>
                    <a:pt x="539324" y="21971"/>
                  </a:moveTo>
                  <a:lnTo>
                    <a:pt x="518668" y="21971"/>
                  </a:lnTo>
                  <a:lnTo>
                    <a:pt x="689609" y="192151"/>
                  </a:lnTo>
                  <a:lnTo>
                    <a:pt x="705738" y="192151"/>
                  </a:lnTo>
                  <a:lnTo>
                    <a:pt x="705738" y="188722"/>
                  </a:lnTo>
                  <a:lnTo>
                    <a:pt x="704976" y="186944"/>
                  </a:lnTo>
                  <a:lnTo>
                    <a:pt x="539324" y="21971"/>
                  </a:lnTo>
                  <a:close/>
                </a:path>
              </a:pathLst>
            </a:custGeom>
            <a:solidFill>
              <a:srgbClr val="7D87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272019" y="7264654"/>
              <a:ext cx="706120" cy="830580"/>
            </a:xfrm>
            <a:custGeom>
              <a:avLst/>
              <a:gdLst/>
              <a:ahLst/>
              <a:cxnLst/>
              <a:rect l="l" t="t" r="r" b="b"/>
              <a:pathLst>
                <a:path w="706120" h="830579">
                  <a:moveTo>
                    <a:pt x="514096" y="0"/>
                  </a:moveTo>
                  <a:lnTo>
                    <a:pt x="7365" y="0"/>
                  </a:lnTo>
                  <a:lnTo>
                    <a:pt x="3301" y="0"/>
                  </a:lnTo>
                  <a:lnTo>
                    <a:pt x="0" y="3302"/>
                  </a:lnTo>
                  <a:lnTo>
                    <a:pt x="0" y="7239"/>
                  </a:lnTo>
                  <a:lnTo>
                    <a:pt x="0" y="823087"/>
                  </a:lnTo>
                  <a:lnTo>
                    <a:pt x="0" y="827151"/>
                  </a:lnTo>
                  <a:lnTo>
                    <a:pt x="3301" y="830453"/>
                  </a:lnTo>
                  <a:lnTo>
                    <a:pt x="7365" y="830453"/>
                  </a:lnTo>
                  <a:lnTo>
                    <a:pt x="698500" y="830453"/>
                  </a:lnTo>
                  <a:lnTo>
                    <a:pt x="702436" y="830453"/>
                  </a:lnTo>
                  <a:lnTo>
                    <a:pt x="705738" y="827151"/>
                  </a:lnTo>
                  <a:lnTo>
                    <a:pt x="705738" y="823087"/>
                  </a:lnTo>
                  <a:lnTo>
                    <a:pt x="705738" y="190754"/>
                  </a:lnTo>
                  <a:lnTo>
                    <a:pt x="705738" y="188849"/>
                  </a:lnTo>
                  <a:lnTo>
                    <a:pt x="704976" y="187071"/>
                  </a:lnTo>
                  <a:lnTo>
                    <a:pt x="703579" y="185674"/>
                  </a:lnTo>
                  <a:lnTo>
                    <a:pt x="519302" y="2159"/>
                  </a:lnTo>
                  <a:lnTo>
                    <a:pt x="517905" y="889"/>
                  </a:lnTo>
                  <a:lnTo>
                    <a:pt x="516000" y="127"/>
                  </a:lnTo>
                  <a:lnTo>
                    <a:pt x="514096" y="127"/>
                  </a:lnTo>
                  <a:close/>
                </a:path>
                <a:path w="706120" h="830579">
                  <a:moveTo>
                    <a:pt x="518668" y="22098"/>
                  </a:moveTo>
                  <a:lnTo>
                    <a:pt x="689609" y="192278"/>
                  </a:lnTo>
                  <a:lnTo>
                    <a:pt x="518668" y="192278"/>
                  </a:lnTo>
                  <a:lnTo>
                    <a:pt x="518668" y="22098"/>
                  </a:lnTo>
                  <a:close/>
                </a:path>
                <a:path w="706120" h="830579">
                  <a:moveTo>
                    <a:pt x="14604" y="815721"/>
                  </a:moveTo>
                  <a:lnTo>
                    <a:pt x="14604" y="14478"/>
                  </a:lnTo>
                  <a:lnTo>
                    <a:pt x="504062" y="14478"/>
                  </a:lnTo>
                  <a:lnTo>
                    <a:pt x="504062" y="199517"/>
                  </a:lnTo>
                  <a:lnTo>
                    <a:pt x="504062" y="203581"/>
                  </a:lnTo>
                  <a:lnTo>
                    <a:pt x="507364" y="206756"/>
                  </a:lnTo>
                  <a:lnTo>
                    <a:pt x="511428" y="206756"/>
                  </a:lnTo>
                  <a:lnTo>
                    <a:pt x="691260" y="206756"/>
                  </a:lnTo>
                  <a:lnTo>
                    <a:pt x="691260" y="815721"/>
                  </a:lnTo>
                  <a:lnTo>
                    <a:pt x="14731" y="815721"/>
                  </a:lnTo>
                  <a:close/>
                </a:path>
              </a:pathLst>
            </a:custGeom>
            <a:ln w="38100">
              <a:solidFill>
                <a:srgbClr val="7D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59598" y="7585202"/>
              <a:ext cx="335280" cy="14604"/>
            </a:xfrm>
            <a:custGeom>
              <a:avLst/>
              <a:gdLst/>
              <a:ahLst/>
              <a:cxnLst/>
              <a:rect l="l" t="t" r="r" b="b"/>
              <a:pathLst>
                <a:path w="335279" h="14604">
                  <a:moveTo>
                    <a:pt x="331470" y="0"/>
                  </a:moveTo>
                  <a:lnTo>
                    <a:pt x="327405" y="0"/>
                  </a:lnTo>
                  <a:lnTo>
                    <a:pt x="3175" y="0"/>
                  </a:lnTo>
                  <a:lnTo>
                    <a:pt x="0" y="3302"/>
                  </a:lnTo>
                  <a:lnTo>
                    <a:pt x="0" y="11303"/>
                  </a:lnTo>
                  <a:lnTo>
                    <a:pt x="3175" y="14605"/>
                  </a:lnTo>
                  <a:lnTo>
                    <a:pt x="331470" y="14605"/>
                  </a:lnTo>
                  <a:lnTo>
                    <a:pt x="334772" y="11303"/>
                  </a:lnTo>
                  <a:lnTo>
                    <a:pt x="334772" y="3302"/>
                  </a:lnTo>
                  <a:lnTo>
                    <a:pt x="331470" y="0"/>
                  </a:lnTo>
                  <a:close/>
                </a:path>
              </a:pathLst>
            </a:custGeom>
            <a:solidFill>
              <a:srgbClr val="7D87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59598" y="7585202"/>
              <a:ext cx="335280" cy="14604"/>
            </a:xfrm>
            <a:custGeom>
              <a:avLst/>
              <a:gdLst/>
              <a:ahLst/>
              <a:cxnLst/>
              <a:rect l="l" t="t" r="r" b="b"/>
              <a:pathLst>
                <a:path w="335279" h="14604">
                  <a:moveTo>
                    <a:pt x="327405" y="0"/>
                  </a:moveTo>
                  <a:lnTo>
                    <a:pt x="7239" y="0"/>
                  </a:lnTo>
                  <a:lnTo>
                    <a:pt x="3175" y="0"/>
                  </a:lnTo>
                  <a:lnTo>
                    <a:pt x="0" y="3302"/>
                  </a:lnTo>
                  <a:lnTo>
                    <a:pt x="0" y="7366"/>
                  </a:lnTo>
                  <a:lnTo>
                    <a:pt x="0" y="11303"/>
                  </a:lnTo>
                  <a:lnTo>
                    <a:pt x="3175" y="14605"/>
                  </a:lnTo>
                  <a:lnTo>
                    <a:pt x="7239" y="14605"/>
                  </a:lnTo>
                  <a:lnTo>
                    <a:pt x="327405" y="14605"/>
                  </a:lnTo>
                  <a:lnTo>
                    <a:pt x="331470" y="14605"/>
                  </a:lnTo>
                  <a:lnTo>
                    <a:pt x="334772" y="11303"/>
                  </a:lnTo>
                  <a:lnTo>
                    <a:pt x="334772" y="7366"/>
                  </a:lnTo>
                  <a:lnTo>
                    <a:pt x="334772" y="3302"/>
                  </a:lnTo>
                  <a:lnTo>
                    <a:pt x="331470" y="0"/>
                  </a:lnTo>
                  <a:lnTo>
                    <a:pt x="327405" y="0"/>
                  </a:lnTo>
                  <a:close/>
                </a:path>
              </a:pathLst>
            </a:custGeom>
            <a:ln w="38100">
              <a:solidFill>
                <a:srgbClr val="7D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459598" y="7686802"/>
              <a:ext cx="335280" cy="14604"/>
            </a:xfrm>
            <a:custGeom>
              <a:avLst/>
              <a:gdLst/>
              <a:ahLst/>
              <a:cxnLst/>
              <a:rect l="l" t="t" r="r" b="b"/>
              <a:pathLst>
                <a:path w="335279" h="14604">
                  <a:moveTo>
                    <a:pt x="331470" y="0"/>
                  </a:moveTo>
                  <a:lnTo>
                    <a:pt x="327405" y="0"/>
                  </a:lnTo>
                  <a:lnTo>
                    <a:pt x="3175" y="0"/>
                  </a:lnTo>
                  <a:lnTo>
                    <a:pt x="0" y="3302"/>
                  </a:lnTo>
                  <a:lnTo>
                    <a:pt x="0" y="11303"/>
                  </a:lnTo>
                  <a:lnTo>
                    <a:pt x="3175" y="14605"/>
                  </a:lnTo>
                  <a:lnTo>
                    <a:pt x="331470" y="14605"/>
                  </a:lnTo>
                  <a:lnTo>
                    <a:pt x="334772" y="11303"/>
                  </a:lnTo>
                  <a:lnTo>
                    <a:pt x="334772" y="3302"/>
                  </a:lnTo>
                  <a:lnTo>
                    <a:pt x="331470" y="0"/>
                  </a:lnTo>
                  <a:close/>
                </a:path>
              </a:pathLst>
            </a:custGeom>
            <a:solidFill>
              <a:srgbClr val="7D87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459598" y="7686802"/>
              <a:ext cx="335280" cy="14604"/>
            </a:xfrm>
            <a:custGeom>
              <a:avLst/>
              <a:gdLst/>
              <a:ahLst/>
              <a:cxnLst/>
              <a:rect l="l" t="t" r="r" b="b"/>
              <a:pathLst>
                <a:path w="335279" h="14604">
                  <a:moveTo>
                    <a:pt x="327405" y="0"/>
                  </a:moveTo>
                  <a:lnTo>
                    <a:pt x="7239" y="0"/>
                  </a:lnTo>
                  <a:lnTo>
                    <a:pt x="3175" y="0"/>
                  </a:lnTo>
                  <a:lnTo>
                    <a:pt x="0" y="3302"/>
                  </a:lnTo>
                  <a:lnTo>
                    <a:pt x="0" y="7366"/>
                  </a:lnTo>
                  <a:lnTo>
                    <a:pt x="0" y="11303"/>
                  </a:lnTo>
                  <a:lnTo>
                    <a:pt x="3175" y="14605"/>
                  </a:lnTo>
                  <a:lnTo>
                    <a:pt x="7239" y="14605"/>
                  </a:lnTo>
                  <a:lnTo>
                    <a:pt x="327405" y="14605"/>
                  </a:lnTo>
                  <a:lnTo>
                    <a:pt x="331470" y="14605"/>
                  </a:lnTo>
                  <a:lnTo>
                    <a:pt x="334772" y="11303"/>
                  </a:lnTo>
                  <a:lnTo>
                    <a:pt x="334772" y="7366"/>
                  </a:lnTo>
                  <a:lnTo>
                    <a:pt x="334772" y="3302"/>
                  </a:lnTo>
                  <a:lnTo>
                    <a:pt x="331470" y="0"/>
                  </a:lnTo>
                  <a:lnTo>
                    <a:pt x="327405" y="0"/>
                  </a:lnTo>
                  <a:close/>
                </a:path>
              </a:pathLst>
            </a:custGeom>
            <a:ln w="38100">
              <a:solidFill>
                <a:srgbClr val="7D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459598" y="7788402"/>
              <a:ext cx="335280" cy="14604"/>
            </a:xfrm>
            <a:custGeom>
              <a:avLst/>
              <a:gdLst/>
              <a:ahLst/>
              <a:cxnLst/>
              <a:rect l="l" t="t" r="r" b="b"/>
              <a:pathLst>
                <a:path w="335279" h="14604">
                  <a:moveTo>
                    <a:pt x="331470" y="0"/>
                  </a:moveTo>
                  <a:lnTo>
                    <a:pt x="327405" y="0"/>
                  </a:lnTo>
                  <a:lnTo>
                    <a:pt x="3175" y="0"/>
                  </a:lnTo>
                  <a:lnTo>
                    <a:pt x="0" y="3302"/>
                  </a:lnTo>
                  <a:lnTo>
                    <a:pt x="0" y="11303"/>
                  </a:lnTo>
                  <a:lnTo>
                    <a:pt x="3175" y="14605"/>
                  </a:lnTo>
                  <a:lnTo>
                    <a:pt x="331470" y="14605"/>
                  </a:lnTo>
                  <a:lnTo>
                    <a:pt x="334772" y="11303"/>
                  </a:lnTo>
                  <a:lnTo>
                    <a:pt x="334772" y="3302"/>
                  </a:lnTo>
                  <a:lnTo>
                    <a:pt x="331470" y="0"/>
                  </a:lnTo>
                  <a:close/>
                </a:path>
              </a:pathLst>
            </a:custGeom>
            <a:solidFill>
              <a:srgbClr val="7D87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459598" y="7788402"/>
              <a:ext cx="335280" cy="14604"/>
            </a:xfrm>
            <a:custGeom>
              <a:avLst/>
              <a:gdLst/>
              <a:ahLst/>
              <a:cxnLst/>
              <a:rect l="l" t="t" r="r" b="b"/>
              <a:pathLst>
                <a:path w="335279" h="14604">
                  <a:moveTo>
                    <a:pt x="327405" y="0"/>
                  </a:moveTo>
                  <a:lnTo>
                    <a:pt x="7239" y="0"/>
                  </a:lnTo>
                  <a:lnTo>
                    <a:pt x="3175" y="0"/>
                  </a:lnTo>
                  <a:lnTo>
                    <a:pt x="0" y="3302"/>
                  </a:lnTo>
                  <a:lnTo>
                    <a:pt x="0" y="7366"/>
                  </a:lnTo>
                  <a:lnTo>
                    <a:pt x="0" y="11303"/>
                  </a:lnTo>
                  <a:lnTo>
                    <a:pt x="3175" y="14605"/>
                  </a:lnTo>
                  <a:lnTo>
                    <a:pt x="7239" y="14605"/>
                  </a:lnTo>
                  <a:lnTo>
                    <a:pt x="327405" y="14605"/>
                  </a:lnTo>
                  <a:lnTo>
                    <a:pt x="331470" y="14605"/>
                  </a:lnTo>
                  <a:lnTo>
                    <a:pt x="334772" y="11303"/>
                  </a:lnTo>
                  <a:lnTo>
                    <a:pt x="334772" y="7366"/>
                  </a:lnTo>
                  <a:lnTo>
                    <a:pt x="334772" y="3302"/>
                  </a:lnTo>
                  <a:lnTo>
                    <a:pt x="331470" y="0"/>
                  </a:lnTo>
                  <a:lnTo>
                    <a:pt x="327405" y="0"/>
                  </a:lnTo>
                  <a:close/>
                </a:path>
              </a:pathLst>
            </a:custGeom>
            <a:ln w="38100">
              <a:solidFill>
                <a:srgbClr val="7D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894321" y="8418321"/>
            <a:ext cx="1484630" cy="483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30">
                <a:latin typeface="Arial"/>
                <a:cs typeface="Arial"/>
              </a:rPr>
              <a:t>DO</a:t>
            </a:r>
            <a:r>
              <a:rPr sz="1600" b="1" spc="-80">
                <a:latin typeface="Arial"/>
                <a:cs typeface="Arial"/>
              </a:rPr>
              <a:t> </a:t>
            </a:r>
            <a:r>
              <a:rPr sz="1600" b="1" spc="-25">
                <a:latin typeface="Arial"/>
                <a:cs typeface="Arial"/>
              </a:rPr>
              <a:t>NOT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>
                <a:solidFill>
                  <a:srgbClr val="5C6476"/>
                </a:solidFill>
                <a:latin typeface="Arial"/>
                <a:cs typeface="Arial"/>
              </a:rPr>
              <a:t>modify</a:t>
            </a:r>
            <a:r>
              <a:rPr sz="1400" spc="-35">
                <a:solidFill>
                  <a:srgbClr val="5C6476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5C6476"/>
                </a:solidFill>
                <a:latin typeface="Arial"/>
                <a:cs typeface="Arial"/>
              </a:rPr>
              <a:t>line</a:t>
            </a:r>
            <a:r>
              <a:rPr sz="1400" spc="-30">
                <a:solidFill>
                  <a:srgbClr val="5C6476"/>
                </a:solidFill>
                <a:latin typeface="Arial"/>
                <a:cs typeface="Arial"/>
              </a:rPr>
              <a:t> </a:t>
            </a:r>
            <a:r>
              <a:rPr sz="1400" spc="-10">
                <a:solidFill>
                  <a:srgbClr val="5C6476"/>
                </a:solidFill>
                <a:latin typeface="Arial"/>
                <a:cs typeface="Arial"/>
              </a:rPr>
              <a:t>weight.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082659" y="7264780"/>
            <a:ext cx="706120" cy="830580"/>
          </a:xfrm>
          <a:custGeom>
            <a:avLst/>
            <a:gdLst/>
            <a:ahLst/>
            <a:cxnLst/>
            <a:rect l="l" t="t" r="r" b="b"/>
            <a:pathLst>
              <a:path w="706120" h="830579">
                <a:moveTo>
                  <a:pt x="522351" y="526923"/>
                </a:moveTo>
                <a:lnTo>
                  <a:pt x="519049" y="523621"/>
                </a:lnTo>
                <a:lnTo>
                  <a:pt x="515112" y="523621"/>
                </a:lnTo>
                <a:lnTo>
                  <a:pt x="190881" y="523621"/>
                </a:lnTo>
                <a:lnTo>
                  <a:pt x="187579" y="526923"/>
                </a:lnTo>
                <a:lnTo>
                  <a:pt x="187579" y="534924"/>
                </a:lnTo>
                <a:lnTo>
                  <a:pt x="190881" y="538226"/>
                </a:lnTo>
                <a:lnTo>
                  <a:pt x="519049" y="538226"/>
                </a:lnTo>
                <a:lnTo>
                  <a:pt x="522351" y="534924"/>
                </a:lnTo>
                <a:lnTo>
                  <a:pt x="522351" y="526923"/>
                </a:lnTo>
                <a:close/>
              </a:path>
              <a:path w="706120" h="830579">
                <a:moveTo>
                  <a:pt x="522351" y="425323"/>
                </a:moveTo>
                <a:lnTo>
                  <a:pt x="519049" y="422021"/>
                </a:lnTo>
                <a:lnTo>
                  <a:pt x="515112" y="422021"/>
                </a:lnTo>
                <a:lnTo>
                  <a:pt x="190881" y="422021"/>
                </a:lnTo>
                <a:lnTo>
                  <a:pt x="187579" y="425323"/>
                </a:lnTo>
                <a:lnTo>
                  <a:pt x="187579" y="433324"/>
                </a:lnTo>
                <a:lnTo>
                  <a:pt x="190881" y="436626"/>
                </a:lnTo>
                <a:lnTo>
                  <a:pt x="519049" y="436626"/>
                </a:lnTo>
                <a:lnTo>
                  <a:pt x="522351" y="433324"/>
                </a:lnTo>
                <a:lnTo>
                  <a:pt x="522351" y="425323"/>
                </a:lnTo>
                <a:close/>
              </a:path>
              <a:path w="706120" h="830579">
                <a:moveTo>
                  <a:pt x="522351" y="323723"/>
                </a:moveTo>
                <a:lnTo>
                  <a:pt x="519049" y="320421"/>
                </a:lnTo>
                <a:lnTo>
                  <a:pt x="515112" y="320421"/>
                </a:lnTo>
                <a:lnTo>
                  <a:pt x="190881" y="320421"/>
                </a:lnTo>
                <a:lnTo>
                  <a:pt x="187579" y="323723"/>
                </a:lnTo>
                <a:lnTo>
                  <a:pt x="187579" y="331724"/>
                </a:lnTo>
                <a:lnTo>
                  <a:pt x="190881" y="335026"/>
                </a:lnTo>
                <a:lnTo>
                  <a:pt x="519049" y="335026"/>
                </a:lnTo>
                <a:lnTo>
                  <a:pt x="522351" y="331724"/>
                </a:lnTo>
                <a:lnTo>
                  <a:pt x="522351" y="323723"/>
                </a:lnTo>
                <a:close/>
              </a:path>
              <a:path w="706120" h="830579">
                <a:moveTo>
                  <a:pt x="705739" y="188722"/>
                </a:moveTo>
                <a:lnTo>
                  <a:pt x="704977" y="186944"/>
                </a:lnTo>
                <a:lnTo>
                  <a:pt x="691261" y="173304"/>
                </a:lnTo>
                <a:lnTo>
                  <a:pt x="691261" y="206629"/>
                </a:lnTo>
                <a:lnTo>
                  <a:pt x="691261" y="815594"/>
                </a:lnTo>
                <a:lnTo>
                  <a:pt x="14605" y="815594"/>
                </a:lnTo>
                <a:lnTo>
                  <a:pt x="14605" y="14351"/>
                </a:lnTo>
                <a:lnTo>
                  <a:pt x="504063" y="14351"/>
                </a:lnTo>
                <a:lnTo>
                  <a:pt x="504063" y="203454"/>
                </a:lnTo>
                <a:lnTo>
                  <a:pt x="507365" y="206629"/>
                </a:lnTo>
                <a:lnTo>
                  <a:pt x="691261" y="206629"/>
                </a:lnTo>
                <a:lnTo>
                  <a:pt x="691261" y="173304"/>
                </a:lnTo>
                <a:lnTo>
                  <a:pt x="689610" y="171653"/>
                </a:lnTo>
                <a:lnTo>
                  <a:pt x="689610" y="192151"/>
                </a:lnTo>
                <a:lnTo>
                  <a:pt x="518668" y="192151"/>
                </a:lnTo>
                <a:lnTo>
                  <a:pt x="518668" y="21971"/>
                </a:lnTo>
                <a:lnTo>
                  <a:pt x="689610" y="192151"/>
                </a:lnTo>
                <a:lnTo>
                  <a:pt x="689610" y="171653"/>
                </a:lnTo>
                <a:lnTo>
                  <a:pt x="539203" y="21971"/>
                </a:lnTo>
                <a:lnTo>
                  <a:pt x="531558" y="14351"/>
                </a:lnTo>
                <a:lnTo>
                  <a:pt x="517906" y="762"/>
                </a:lnTo>
                <a:lnTo>
                  <a:pt x="516001" y="0"/>
                </a:lnTo>
                <a:lnTo>
                  <a:pt x="3175" y="0"/>
                </a:lnTo>
                <a:lnTo>
                  <a:pt x="0" y="3175"/>
                </a:lnTo>
                <a:lnTo>
                  <a:pt x="0" y="827024"/>
                </a:lnTo>
                <a:lnTo>
                  <a:pt x="3302" y="830326"/>
                </a:lnTo>
                <a:lnTo>
                  <a:pt x="702437" y="830326"/>
                </a:lnTo>
                <a:lnTo>
                  <a:pt x="705739" y="827024"/>
                </a:lnTo>
                <a:lnTo>
                  <a:pt x="705739" y="815594"/>
                </a:lnTo>
                <a:lnTo>
                  <a:pt x="705739" y="192151"/>
                </a:lnTo>
                <a:lnTo>
                  <a:pt x="705739" y="188722"/>
                </a:lnTo>
                <a:close/>
              </a:path>
            </a:pathLst>
          </a:custGeom>
          <a:solidFill>
            <a:srgbClr val="7D87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8978010" y="8418321"/>
            <a:ext cx="937260" cy="483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95"/>
              </a:spcBef>
            </a:pPr>
            <a:r>
              <a:rPr sz="1600" b="1" spc="-30">
                <a:latin typeface="Arial"/>
                <a:cs typeface="Arial"/>
              </a:rPr>
              <a:t>DO</a:t>
            </a:r>
            <a:r>
              <a:rPr sz="1600" b="1" spc="-80">
                <a:latin typeface="Arial"/>
                <a:cs typeface="Arial"/>
              </a:rPr>
              <a:t> </a:t>
            </a:r>
            <a:r>
              <a:rPr sz="1600" b="1" spc="-25">
                <a:latin typeface="Arial"/>
                <a:cs typeface="Arial"/>
              </a:rPr>
              <a:t>NOT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25">
                <a:solidFill>
                  <a:srgbClr val="5C6476"/>
                </a:solidFill>
                <a:latin typeface="Arial"/>
                <a:cs typeface="Arial"/>
              </a:rPr>
              <a:t>add</a:t>
            </a:r>
            <a:r>
              <a:rPr sz="1400" spc="-75">
                <a:solidFill>
                  <a:srgbClr val="5C6476"/>
                </a:solidFill>
                <a:latin typeface="Arial"/>
                <a:cs typeface="Arial"/>
              </a:rPr>
              <a:t> </a:t>
            </a:r>
            <a:r>
              <a:rPr sz="1400" spc="-10">
                <a:solidFill>
                  <a:srgbClr val="5C6476"/>
                </a:solidFill>
                <a:latin typeface="Arial"/>
                <a:cs typeface="Arial"/>
              </a:rPr>
              <a:t>effects.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0828781" y="7264781"/>
            <a:ext cx="706120" cy="830580"/>
            <a:chOff x="10828781" y="7264781"/>
            <a:chExt cx="706120" cy="830580"/>
          </a:xfrm>
        </p:grpSpPr>
        <p:sp>
          <p:nvSpPr>
            <p:cNvPr id="54" name="object 54"/>
            <p:cNvSpPr/>
            <p:nvPr/>
          </p:nvSpPr>
          <p:spPr>
            <a:xfrm>
              <a:off x="10844656" y="7267448"/>
              <a:ext cx="683895" cy="815975"/>
            </a:xfrm>
            <a:custGeom>
              <a:avLst/>
              <a:gdLst/>
              <a:ahLst/>
              <a:cxnLst/>
              <a:rect l="l" t="t" r="r" b="b"/>
              <a:pathLst>
                <a:path w="683895" h="815975">
                  <a:moveTo>
                    <a:pt x="497459" y="0"/>
                  </a:moveTo>
                  <a:lnTo>
                    <a:pt x="0" y="0"/>
                  </a:lnTo>
                  <a:lnTo>
                    <a:pt x="0" y="815847"/>
                  </a:lnTo>
                  <a:lnTo>
                    <a:pt x="683895" y="815847"/>
                  </a:lnTo>
                  <a:lnTo>
                    <a:pt x="683895" y="186435"/>
                  </a:lnTo>
                  <a:lnTo>
                    <a:pt x="497459" y="0"/>
                  </a:lnTo>
                  <a:close/>
                </a:path>
              </a:pathLst>
            </a:custGeom>
            <a:solidFill>
              <a:srgbClr val="D1D4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828782" y="7264781"/>
              <a:ext cx="706120" cy="830580"/>
            </a:xfrm>
            <a:custGeom>
              <a:avLst/>
              <a:gdLst/>
              <a:ahLst/>
              <a:cxnLst/>
              <a:rect l="l" t="t" r="r" b="b"/>
              <a:pathLst>
                <a:path w="706120" h="830579">
                  <a:moveTo>
                    <a:pt x="522351" y="526923"/>
                  </a:moveTo>
                  <a:lnTo>
                    <a:pt x="519049" y="523621"/>
                  </a:lnTo>
                  <a:lnTo>
                    <a:pt x="514985" y="523621"/>
                  </a:lnTo>
                  <a:lnTo>
                    <a:pt x="190881" y="523621"/>
                  </a:lnTo>
                  <a:lnTo>
                    <a:pt x="187579" y="526923"/>
                  </a:lnTo>
                  <a:lnTo>
                    <a:pt x="187579" y="534924"/>
                  </a:lnTo>
                  <a:lnTo>
                    <a:pt x="190881" y="538226"/>
                  </a:lnTo>
                  <a:lnTo>
                    <a:pt x="519049" y="538226"/>
                  </a:lnTo>
                  <a:lnTo>
                    <a:pt x="522351" y="534924"/>
                  </a:lnTo>
                  <a:lnTo>
                    <a:pt x="522351" y="526923"/>
                  </a:lnTo>
                  <a:close/>
                </a:path>
                <a:path w="706120" h="830579">
                  <a:moveTo>
                    <a:pt x="522351" y="425323"/>
                  </a:moveTo>
                  <a:lnTo>
                    <a:pt x="519049" y="422021"/>
                  </a:lnTo>
                  <a:lnTo>
                    <a:pt x="514985" y="422021"/>
                  </a:lnTo>
                  <a:lnTo>
                    <a:pt x="190881" y="422021"/>
                  </a:lnTo>
                  <a:lnTo>
                    <a:pt x="187579" y="425323"/>
                  </a:lnTo>
                  <a:lnTo>
                    <a:pt x="187579" y="433324"/>
                  </a:lnTo>
                  <a:lnTo>
                    <a:pt x="190881" y="436626"/>
                  </a:lnTo>
                  <a:lnTo>
                    <a:pt x="519049" y="436626"/>
                  </a:lnTo>
                  <a:lnTo>
                    <a:pt x="522351" y="433324"/>
                  </a:lnTo>
                  <a:lnTo>
                    <a:pt x="522351" y="425323"/>
                  </a:lnTo>
                  <a:close/>
                </a:path>
                <a:path w="706120" h="830579">
                  <a:moveTo>
                    <a:pt x="522351" y="323723"/>
                  </a:moveTo>
                  <a:lnTo>
                    <a:pt x="519049" y="320421"/>
                  </a:lnTo>
                  <a:lnTo>
                    <a:pt x="514985" y="320421"/>
                  </a:lnTo>
                  <a:lnTo>
                    <a:pt x="190881" y="320421"/>
                  </a:lnTo>
                  <a:lnTo>
                    <a:pt x="187579" y="323723"/>
                  </a:lnTo>
                  <a:lnTo>
                    <a:pt x="187579" y="331724"/>
                  </a:lnTo>
                  <a:lnTo>
                    <a:pt x="190881" y="335026"/>
                  </a:lnTo>
                  <a:lnTo>
                    <a:pt x="519049" y="335026"/>
                  </a:lnTo>
                  <a:lnTo>
                    <a:pt x="522351" y="331724"/>
                  </a:lnTo>
                  <a:lnTo>
                    <a:pt x="522351" y="323723"/>
                  </a:lnTo>
                  <a:close/>
                </a:path>
                <a:path w="706120" h="830579">
                  <a:moveTo>
                    <a:pt x="705739" y="188722"/>
                  </a:moveTo>
                  <a:lnTo>
                    <a:pt x="704977" y="186944"/>
                  </a:lnTo>
                  <a:lnTo>
                    <a:pt x="691134" y="173177"/>
                  </a:lnTo>
                  <a:lnTo>
                    <a:pt x="691134" y="206629"/>
                  </a:lnTo>
                  <a:lnTo>
                    <a:pt x="691134" y="815594"/>
                  </a:lnTo>
                  <a:lnTo>
                    <a:pt x="14605" y="815594"/>
                  </a:lnTo>
                  <a:lnTo>
                    <a:pt x="14605" y="14351"/>
                  </a:lnTo>
                  <a:lnTo>
                    <a:pt x="504063" y="14351"/>
                  </a:lnTo>
                  <a:lnTo>
                    <a:pt x="504063" y="203454"/>
                  </a:lnTo>
                  <a:lnTo>
                    <a:pt x="507365" y="206629"/>
                  </a:lnTo>
                  <a:lnTo>
                    <a:pt x="691134" y="206629"/>
                  </a:lnTo>
                  <a:lnTo>
                    <a:pt x="691134" y="173177"/>
                  </a:lnTo>
                  <a:lnTo>
                    <a:pt x="689737" y="171780"/>
                  </a:lnTo>
                  <a:lnTo>
                    <a:pt x="689737" y="192151"/>
                  </a:lnTo>
                  <a:lnTo>
                    <a:pt x="518668" y="192151"/>
                  </a:lnTo>
                  <a:lnTo>
                    <a:pt x="518668" y="21971"/>
                  </a:lnTo>
                  <a:lnTo>
                    <a:pt x="689737" y="192151"/>
                  </a:lnTo>
                  <a:lnTo>
                    <a:pt x="689737" y="171780"/>
                  </a:lnTo>
                  <a:lnTo>
                    <a:pt x="539203" y="21971"/>
                  </a:lnTo>
                  <a:lnTo>
                    <a:pt x="531558" y="14351"/>
                  </a:lnTo>
                  <a:lnTo>
                    <a:pt x="517906" y="762"/>
                  </a:lnTo>
                  <a:lnTo>
                    <a:pt x="516001" y="0"/>
                  </a:lnTo>
                  <a:lnTo>
                    <a:pt x="3175" y="0"/>
                  </a:lnTo>
                  <a:lnTo>
                    <a:pt x="0" y="3175"/>
                  </a:lnTo>
                  <a:lnTo>
                    <a:pt x="0" y="827024"/>
                  </a:lnTo>
                  <a:lnTo>
                    <a:pt x="3302" y="830326"/>
                  </a:lnTo>
                  <a:lnTo>
                    <a:pt x="702437" y="830326"/>
                  </a:lnTo>
                  <a:lnTo>
                    <a:pt x="705739" y="827024"/>
                  </a:lnTo>
                  <a:lnTo>
                    <a:pt x="705739" y="815594"/>
                  </a:lnTo>
                  <a:lnTo>
                    <a:pt x="705739" y="192151"/>
                  </a:lnTo>
                  <a:lnTo>
                    <a:pt x="705739" y="188722"/>
                  </a:lnTo>
                  <a:close/>
                </a:path>
              </a:pathLst>
            </a:custGeom>
            <a:solidFill>
              <a:srgbClr val="7D87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0644885" y="8418321"/>
            <a:ext cx="1095375" cy="483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600" b="1" spc="-30">
                <a:latin typeface="Arial"/>
                <a:cs typeface="Arial"/>
              </a:rPr>
              <a:t>DO</a:t>
            </a:r>
            <a:r>
              <a:rPr sz="1600" b="1" spc="-80">
                <a:latin typeface="Arial"/>
                <a:cs typeface="Arial"/>
              </a:rPr>
              <a:t> </a:t>
            </a:r>
            <a:r>
              <a:rPr sz="1600" b="1" spc="-25">
                <a:latin typeface="Arial"/>
                <a:cs typeface="Arial"/>
              </a:rPr>
              <a:t>NOT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-25">
                <a:solidFill>
                  <a:srgbClr val="5C6476"/>
                </a:solidFill>
                <a:latin typeface="Arial"/>
                <a:cs typeface="Arial"/>
              </a:rPr>
              <a:t>add</a:t>
            </a:r>
            <a:r>
              <a:rPr sz="1400" spc="-45">
                <a:solidFill>
                  <a:srgbClr val="5C6476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5C6476"/>
                </a:solidFill>
                <a:latin typeface="Arial"/>
                <a:cs typeface="Arial"/>
              </a:rPr>
              <a:t>solid</a:t>
            </a:r>
            <a:r>
              <a:rPr sz="1400" spc="-70">
                <a:solidFill>
                  <a:srgbClr val="5C6476"/>
                </a:solidFill>
                <a:latin typeface="Arial"/>
                <a:cs typeface="Arial"/>
              </a:rPr>
              <a:t> </a:t>
            </a:r>
            <a:r>
              <a:rPr sz="1400" spc="-10">
                <a:solidFill>
                  <a:srgbClr val="5C6476"/>
                </a:solidFill>
                <a:latin typeface="Arial"/>
                <a:cs typeface="Arial"/>
              </a:rPr>
              <a:t>fills.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2353925" y="3200273"/>
            <a:ext cx="0" cy="5976620"/>
          </a:xfrm>
          <a:custGeom>
            <a:avLst/>
            <a:gdLst/>
            <a:ahLst/>
            <a:cxnLst/>
            <a:rect l="l" t="t" r="r" b="b"/>
            <a:pathLst>
              <a:path h="5976620">
                <a:moveTo>
                  <a:pt x="0" y="0"/>
                </a:moveTo>
                <a:lnTo>
                  <a:pt x="0" y="5976378"/>
                </a:lnTo>
              </a:path>
            </a:pathLst>
          </a:custGeom>
          <a:ln w="12700">
            <a:solidFill>
              <a:srgbClr val="B9C0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2541377" y="2959734"/>
            <a:ext cx="376491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spc="-85">
                <a:latin typeface="Arial"/>
                <a:cs typeface="Arial"/>
              </a:rPr>
              <a:t>USE</a:t>
            </a:r>
            <a:r>
              <a:rPr sz="1800" b="1" spc="-55">
                <a:latin typeface="Arial"/>
                <a:cs typeface="Arial"/>
              </a:rPr>
              <a:t> </a:t>
            </a:r>
            <a:r>
              <a:rPr sz="1800" b="1" spc="-40">
                <a:latin typeface="Arial"/>
                <a:cs typeface="Arial"/>
              </a:rPr>
              <a:t>ICONS</a:t>
            </a:r>
            <a:r>
              <a:rPr sz="1800" b="1" spc="-70">
                <a:latin typeface="Arial"/>
                <a:cs typeface="Arial"/>
              </a:rPr>
              <a:t> </a:t>
            </a:r>
            <a:r>
              <a:rPr sz="1800" b="1" spc="-55">
                <a:latin typeface="Arial"/>
                <a:cs typeface="Arial"/>
              </a:rPr>
              <a:t>SPARINGLY</a:t>
            </a:r>
            <a:r>
              <a:rPr sz="1800" b="1" spc="-7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 spc="-20">
                <a:latin typeface="Arial"/>
                <a:cs typeface="Arial"/>
              </a:rPr>
              <a:t>WITH </a:t>
            </a:r>
            <a:r>
              <a:rPr sz="1800" spc="-10">
                <a:latin typeface="Arial"/>
                <a:cs typeface="Arial"/>
              </a:rPr>
              <a:t>INTENTION.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512420" y="4043298"/>
            <a:ext cx="2322830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30">
                <a:solidFill>
                  <a:srgbClr val="0766D1"/>
                </a:solidFill>
                <a:latin typeface="Arial"/>
                <a:cs typeface="Arial"/>
              </a:rPr>
              <a:t>DO</a:t>
            </a:r>
            <a:r>
              <a:rPr sz="1600" b="1" spc="-90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0766D1"/>
                </a:solidFill>
                <a:latin typeface="Arial"/>
                <a:cs typeface="Arial"/>
              </a:rPr>
              <a:t>NOT</a:t>
            </a:r>
            <a:r>
              <a:rPr sz="1600" b="1" spc="-90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1600" spc="-30">
                <a:latin typeface="Arial"/>
                <a:cs typeface="Arial"/>
              </a:rPr>
              <a:t>make</a:t>
            </a:r>
            <a:r>
              <a:rPr sz="1600" spc="-65">
                <a:latin typeface="Arial"/>
                <a:cs typeface="Arial"/>
              </a:rPr>
              <a:t> </a:t>
            </a:r>
            <a:r>
              <a:rPr sz="1600">
                <a:latin typeface="Arial"/>
                <a:cs typeface="Arial"/>
              </a:rPr>
              <a:t>icons</a:t>
            </a:r>
            <a:r>
              <a:rPr sz="1600" spc="-70">
                <a:latin typeface="Arial"/>
                <a:cs typeface="Arial"/>
              </a:rPr>
              <a:t> </a:t>
            </a:r>
            <a:r>
              <a:rPr sz="1600" spc="-25">
                <a:latin typeface="Arial"/>
                <a:cs typeface="Arial"/>
              </a:rPr>
              <a:t>the </a:t>
            </a:r>
            <a:r>
              <a:rPr sz="1600">
                <a:latin typeface="Arial"/>
                <a:cs typeface="Arial"/>
              </a:rPr>
              <a:t>primary</a:t>
            </a:r>
            <a:r>
              <a:rPr sz="1600" spc="-40">
                <a:latin typeface="Arial"/>
                <a:cs typeface="Arial"/>
              </a:rPr>
              <a:t> </a:t>
            </a:r>
            <a:r>
              <a:rPr sz="1600">
                <a:latin typeface="Arial"/>
                <a:cs typeface="Arial"/>
              </a:rPr>
              <a:t>visual</a:t>
            </a:r>
            <a:r>
              <a:rPr sz="1600" spc="-40">
                <a:latin typeface="Arial"/>
                <a:cs typeface="Arial"/>
              </a:rPr>
              <a:t> </a:t>
            </a:r>
            <a:r>
              <a:rPr sz="1600" spc="-10">
                <a:latin typeface="Arial"/>
                <a:cs typeface="Arial"/>
              </a:rPr>
              <a:t>element. </a:t>
            </a:r>
            <a:r>
              <a:rPr sz="1600" spc="-55">
                <a:latin typeface="Arial"/>
                <a:cs typeface="Arial"/>
              </a:rPr>
              <a:t>Size</a:t>
            </a:r>
            <a:r>
              <a:rPr sz="1600" spc="-60">
                <a:latin typeface="Arial"/>
                <a:cs typeface="Arial"/>
              </a:rPr>
              <a:t> </a:t>
            </a:r>
            <a:r>
              <a:rPr sz="1600">
                <a:latin typeface="Arial"/>
                <a:cs typeface="Arial"/>
              </a:rPr>
              <a:t>icons</a:t>
            </a:r>
            <a:r>
              <a:rPr sz="1600" spc="-75">
                <a:latin typeface="Arial"/>
                <a:cs typeface="Arial"/>
              </a:rPr>
              <a:t> </a:t>
            </a:r>
            <a:r>
              <a:rPr sz="1600" spc="-10">
                <a:latin typeface="Arial"/>
                <a:cs typeface="Arial"/>
              </a:rPr>
              <a:t>conservatively.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5046833" y="3888359"/>
            <a:ext cx="2617470" cy="1543685"/>
            <a:chOff x="15046833" y="3888359"/>
            <a:chExt cx="2617470" cy="1543685"/>
          </a:xfrm>
        </p:grpSpPr>
        <p:pic>
          <p:nvPicPr>
            <p:cNvPr id="61" name="object 61" descr="A white background with text and a logo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18046" y="4382089"/>
              <a:ext cx="2266872" cy="103432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5050008" y="4049395"/>
              <a:ext cx="2475230" cy="1379855"/>
            </a:xfrm>
            <a:custGeom>
              <a:avLst/>
              <a:gdLst/>
              <a:ahLst/>
              <a:cxnLst/>
              <a:rect l="l" t="t" r="r" b="b"/>
              <a:pathLst>
                <a:path w="2475230" h="1379854">
                  <a:moveTo>
                    <a:pt x="0" y="1379347"/>
                  </a:moveTo>
                  <a:lnTo>
                    <a:pt x="2474722" y="1379347"/>
                  </a:lnTo>
                  <a:lnTo>
                    <a:pt x="2474722" y="0"/>
                  </a:lnTo>
                  <a:lnTo>
                    <a:pt x="0" y="0"/>
                  </a:lnTo>
                  <a:lnTo>
                    <a:pt x="0" y="1379347"/>
                  </a:lnTo>
                  <a:close/>
                </a:path>
              </a:pathLst>
            </a:custGeom>
            <a:ln w="6350">
              <a:solidFill>
                <a:srgbClr val="7D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379315" y="3888359"/>
              <a:ext cx="285115" cy="284480"/>
            </a:xfrm>
            <a:custGeom>
              <a:avLst/>
              <a:gdLst/>
              <a:ahLst/>
              <a:cxnLst/>
              <a:rect l="l" t="t" r="r" b="b"/>
              <a:pathLst>
                <a:path w="285115" h="284479">
                  <a:moveTo>
                    <a:pt x="142240" y="0"/>
                  </a:moveTo>
                  <a:lnTo>
                    <a:pt x="97308" y="7246"/>
                  </a:lnTo>
                  <a:lnTo>
                    <a:pt x="58265" y="27427"/>
                  </a:lnTo>
                  <a:lnTo>
                    <a:pt x="27464" y="58210"/>
                  </a:lnTo>
                  <a:lnTo>
                    <a:pt x="7258" y="97259"/>
                  </a:lnTo>
                  <a:lnTo>
                    <a:pt x="0" y="142239"/>
                  </a:lnTo>
                  <a:lnTo>
                    <a:pt x="7258" y="187171"/>
                  </a:lnTo>
                  <a:lnTo>
                    <a:pt x="27464" y="226214"/>
                  </a:lnTo>
                  <a:lnTo>
                    <a:pt x="58265" y="257015"/>
                  </a:lnTo>
                  <a:lnTo>
                    <a:pt x="97308" y="277221"/>
                  </a:lnTo>
                  <a:lnTo>
                    <a:pt x="142240" y="284479"/>
                  </a:lnTo>
                  <a:lnTo>
                    <a:pt x="187233" y="277221"/>
                  </a:lnTo>
                  <a:lnTo>
                    <a:pt x="226313" y="257015"/>
                  </a:lnTo>
                  <a:lnTo>
                    <a:pt x="257134" y="226214"/>
                  </a:lnTo>
                  <a:lnTo>
                    <a:pt x="277347" y="187171"/>
                  </a:lnTo>
                  <a:lnTo>
                    <a:pt x="284606" y="142239"/>
                  </a:lnTo>
                  <a:lnTo>
                    <a:pt x="277347" y="97259"/>
                  </a:lnTo>
                  <a:lnTo>
                    <a:pt x="257134" y="58210"/>
                  </a:lnTo>
                  <a:lnTo>
                    <a:pt x="226313" y="27427"/>
                  </a:lnTo>
                  <a:lnTo>
                    <a:pt x="187233" y="7246"/>
                  </a:lnTo>
                  <a:lnTo>
                    <a:pt x="142240" y="0"/>
                  </a:lnTo>
                  <a:close/>
                </a:path>
              </a:pathLst>
            </a:custGeom>
            <a:solidFill>
              <a:srgbClr val="C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456404" y="3965321"/>
              <a:ext cx="130810" cy="130810"/>
            </a:xfrm>
            <a:custGeom>
              <a:avLst/>
              <a:gdLst/>
              <a:ahLst/>
              <a:cxnLst/>
              <a:rect l="l" t="t" r="r" b="b"/>
              <a:pathLst>
                <a:path w="130809" h="130810">
                  <a:moveTo>
                    <a:pt x="0" y="130555"/>
                  </a:moveTo>
                  <a:lnTo>
                    <a:pt x="130428" y="0"/>
                  </a:lnTo>
                </a:path>
                <a:path w="130809" h="130810">
                  <a:moveTo>
                    <a:pt x="0" y="0"/>
                  </a:moveTo>
                  <a:lnTo>
                    <a:pt x="130428" y="130555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2512420" y="5704459"/>
            <a:ext cx="2220595" cy="708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b="1" spc="-30">
                <a:solidFill>
                  <a:srgbClr val="0766D1"/>
                </a:solidFill>
                <a:latin typeface="Arial"/>
                <a:cs typeface="Arial"/>
              </a:rPr>
              <a:t>DO</a:t>
            </a:r>
            <a:r>
              <a:rPr sz="1600" b="1" spc="-75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0766D1"/>
                </a:solidFill>
                <a:latin typeface="Arial"/>
                <a:cs typeface="Arial"/>
              </a:rPr>
              <a:t>NOT</a:t>
            </a:r>
            <a:r>
              <a:rPr sz="1600" b="1" spc="-60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1600" spc="-45">
                <a:latin typeface="Arial"/>
                <a:cs typeface="Arial"/>
              </a:rPr>
              <a:t>use </a:t>
            </a:r>
            <a:r>
              <a:rPr sz="1600" spc="-10">
                <a:latin typeface="Arial"/>
                <a:cs typeface="Arial"/>
              </a:rPr>
              <a:t>icons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ts val="1730"/>
              </a:lnSpc>
              <a:spcBef>
                <a:spcPts val="120"/>
              </a:spcBef>
            </a:pPr>
            <a:r>
              <a:rPr sz="1600" spc="-50">
                <a:latin typeface="Arial"/>
                <a:cs typeface="Arial"/>
              </a:rPr>
              <a:t>as</a:t>
            </a:r>
            <a:r>
              <a:rPr sz="1600" spc="55">
                <a:latin typeface="Arial"/>
                <a:cs typeface="Arial"/>
              </a:rPr>
              <a:t> </a:t>
            </a:r>
            <a:r>
              <a:rPr sz="1600" spc="-70">
                <a:latin typeface="Arial"/>
                <a:cs typeface="Arial"/>
              </a:rPr>
              <a:t>a</a:t>
            </a:r>
            <a:r>
              <a:rPr sz="1600" spc="50">
                <a:latin typeface="Arial"/>
                <a:cs typeface="Arial"/>
              </a:rPr>
              <a:t> </a:t>
            </a:r>
            <a:r>
              <a:rPr sz="1600">
                <a:latin typeface="Arial"/>
                <a:cs typeface="Arial"/>
              </a:rPr>
              <a:t>substitute</a:t>
            </a:r>
            <a:r>
              <a:rPr sz="1600" spc="50">
                <a:latin typeface="Arial"/>
                <a:cs typeface="Arial"/>
              </a:rPr>
              <a:t> </a:t>
            </a:r>
            <a:r>
              <a:rPr sz="1600">
                <a:latin typeface="Arial"/>
                <a:cs typeface="Arial"/>
              </a:rPr>
              <a:t>for</a:t>
            </a:r>
            <a:r>
              <a:rPr sz="1600" spc="50">
                <a:latin typeface="Arial"/>
                <a:cs typeface="Arial"/>
              </a:rPr>
              <a:t> </a:t>
            </a:r>
            <a:r>
              <a:rPr sz="1600" spc="-10">
                <a:latin typeface="Arial"/>
                <a:cs typeface="Arial"/>
              </a:rPr>
              <a:t>bullet points.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5046833" y="5568315"/>
            <a:ext cx="2617470" cy="1517650"/>
            <a:chOff x="15046833" y="5568315"/>
            <a:chExt cx="2617470" cy="1517650"/>
          </a:xfrm>
        </p:grpSpPr>
        <p:pic>
          <p:nvPicPr>
            <p:cNvPr id="67" name="object 67" descr="A white background with black text and icons next to bullet points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53183" y="5706491"/>
              <a:ext cx="2468372" cy="136842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5050008" y="5703316"/>
              <a:ext cx="2475230" cy="1379855"/>
            </a:xfrm>
            <a:custGeom>
              <a:avLst/>
              <a:gdLst/>
              <a:ahLst/>
              <a:cxnLst/>
              <a:rect l="l" t="t" r="r" b="b"/>
              <a:pathLst>
                <a:path w="2475230" h="1379854">
                  <a:moveTo>
                    <a:pt x="0" y="1379347"/>
                  </a:moveTo>
                  <a:lnTo>
                    <a:pt x="2474722" y="1379347"/>
                  </a:lnTo>
                  <a:lnTo>
                    <a:pt x="2474722" y="0"/>
                  </a:lnTo>
                  <a:lnTo>
                    <a:pt x="0" y="0"/>
                  </a:lnTo>
                  <a:lnTo>
                    <a:pt x="0" y="1379347"/>
                  </a:lnTo>
                  <a:close/>
                </a:path>
              </a:pathLst>
            </a:custGeom>
            <a:ln w="6350">
              <a:solidFill>
                <a:srgbClr val="7D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7379315" y="5568315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2240" y="0"/>
                  </a:moveTo>
                  <a:lnTo>
                    <a:pt x="97308" y="7259"/>
                  </a:lnTo>
                  <a:lnTo>
                    <a:pt x="58265" y="27472"/>
                  </a:lnTo>
                  <a:lnTo>
                    <a:pt x="27464" y="58293"/>
                  </a:lnTo>
                  <a:lnTo>
                    <a:pt x="7258" y="97373"/>
                  </a:lnTo>
                  <a:lnTo>
                    <a:pt x="0" y="142367"/>
                  </a:lnTo>
                  <a:lnTo>
                    <a:pt x="7258" y="187298"/>
                  </a:lnTo>
                  <a:lnTo>
                    <a:pt x="27464" y="226341"/>
                  </a:lnTo>
                  <a:lnTo>
                    <a:pt x="58265" y="257142"/>
                  </a:lnTo>
                  <a:lnTo>
                    <a:pt x="97308" y="277348"/>
                  </a:lnTo>
                  <a:lnTo>
                    <a:pt x="142240" y="284607"/>
                  </a:lnTo>
                  <a:lnTo>
                    <a:pt x="187233" y="277348"/>
                  </a:lnTo>
                  <a:lnTo>
                    <a:pt x="226313" y="257142"/>
                  </a:lnTo>
                  <a:lnTo>
                    <a:pt x="257134" y="226341"/>
                  </a:lnTo>
                  <a:lnTo>
                    <a:pt x="277347" y="187298"/>
                  </a:lnTo>
                  <a:lnTo>
                    <a:pt x="284606" y="142367"/>
                  </a:lnTo>
                  <a:lnTo>
                    <a:pt x="277347" y="97373"/>
                  </a:lnTo>
                  <a:lnTo>
                    <a:pt x="257134" y="58293"/>
                  </a:lnTo>
                  <a:lnTo>
                    <a:pt x="226313" y="27472"/>
                  </a:lnTo>
                  <a:lnTo>
                    <a:pt x="187233" y="7259"/>
                  </a:lnTo>
                  <a:lnTo>
                    <a:pt x="142240" y="0"/>
                  </a:lnTo>
                  <a:close/>
                </a:path>
              </a:pathLst>
            </a:custGeom>
            <a:solidFill>
              <a:srgbClr val="C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7456404" y="5645404"/>
              <a:ext cx="130810" cy="130810"/>
            </a:xfrm>
            <a:custGeom>
              <a:avLst/>
              <a:gdLst/>
              <a:ahLst/>
              <a:cxnLst/>
              <a:rect l="l" t="t" r="r" b="b"/>
              <a:pathLst>
                <a:path w="130809" h="130810">
                  <a:moveTo>
                    <a:pt x="0" y="130429"/>
                  </a:moveTo>
                  <a:lnTo>
                    <a:pt x="130428" y="0"/>
                  </a:lnTo>
                </a:path>
                <a:path w="130809" h="130810">
                  <a:moveTo>
                    <a:pt x="0" y="0"/>
                  </a:moveTo>
                  <a:lnTo>
                    <a:pt x="130428" y="130429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2512420" y="7307326"/>
            <a:ext cx="2046605" cy="92710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algn="just">
              <a:lnSpc>
                <a:spcPts val="1730"/>
              </a:lnSpc>
              <a:spcBef>
                <a:spcPts val="310"/>
              </a:spcBef>
            </a:pPr>
            <a:r>
              <a:rPr sz="1600" b="1" spc="-110">
                <a:solidFill>
                  <a:srgbClr val="0766D1"/>
                </a:solidFill>
                <a:latin typeface="Arial"/>
                <a:cs typeface="Arial"/>
              </a:rPr>
              <a:t>USE</a:t>
            </a:r>
            <a:r>
              <a:rPr sz="1600" b="1" spc="-5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1600">
                <a:latin typeface="Arial"/>
                <a:cs typeface="Arial"/>
              </a:rPr>
              <a:t>icons</a:t>
            </a:r>
            <a:r>
              <a:rPr sz="1600" spc="-110">
                <a:latin typeface="Arial"/>
                <a:cs typeface="Arial"/>
              </a:rPr>
              <a:t> </a:t>
            </a:r>
            <a:r>
              <a:rPr sz="1600" spc="80">
                <a:latin typeface="Arial"/>
                <a:cs typeface="Arial"/>
              </a:rPr>
              <a:t>to</a:t>
            </a:r>
            <a:r>
              <a:rPr sz="1600" spc="-45">
                <a:latin typeface="Arial"/>
                <a:cs typeface="Arial"/>
              </a:rPr>
              <a:t> </a:t>
            </a:r>
            <a:r>
              <a:rPr sz="1600" spc="-10">
                <a:latin typeface="Arial"/>
                <a:cs typeface="Arial"/>
              </a:rPr>
              <a:t>reinforce </a:t>
            </a:r>
            <a:r>
              <a:rPr sz="1600">
                <a:latin typeface="Arial"/>
                <a:cs typeface="Arial"/>
              </a:rPr>
              <a:t>the</a:t>
            </a:r>
            <a:r>
              <a:rPr sz="1600" spc="75">
                <a:latin typeface="Arial"/>
                <a:cs typeface="Arial"/>
              </a:rPr>
              <a:t> </a:t>
            </a:r>
            <a:r>
              <a:rPr sz="1600" spc="-10">
                <a:latin typeface="Arial"/>
                <a:cs typeface="Arial"/>
              </a:rPr>
              <a:t>high-</a:t>
            </a:r>
            <a:r>
              <a:rPr sz="1600">
                <a:latin typeface="Arial"/>
                <a:cs typeface="Arial"/>
              </a:rPr>
              <a:t>level</a:t>
            </a:r>
            <a:r>
              <a:rPr sz="1600" spc="80">
                <a:latin typeface="Arial"/>
                <a:cs typeface="Arial"/>
              </a:rPr>
              <a:t> </a:t>
            </a:r>
            <a:r>
              <a:rPr sz="1600" spc="-10">
                <a:latin typeface="Arial"/>
                <a:cs typeface="Arial"/>
              </a:rPr>
              <a:t>subject, </a:t>
            </a:r>
            <a:r>
              <a:rPr sz="1600">
                <a:latin typeface="Arial"/>
                <a:cs typeface="Arial"/>
              </a:rPr>
              <a:t>not</a:t>
            </a:r>
            <a:r>
              <a:rPr sz="1600" spc="-15">
                <a:latin typeface="Arial"/>
                <a:cs typeface="Arial"/>
              </a:rPr>
              <a:t> </a:t>
            </a:r>
            <a:r>
              <a:rPr sz="1600">
                <a:latin typeface="Arial"/>
                <a:cs typeface="Arial"/>
              </a:rPr>
              <a:t>elements</a:t>
            </a:r>
            <a:r>
              <a:rPr sz="1600" spc="-5">
                <a:latin typeface="Arial"/>
                <a:cs typeface="Arial"/>
              </a:rPr>
              <a:t> </a:t>
            </a:r>
            <a:r>
              <a:rPr sz="1600">
                <a:latin typeface="Arial"/>
                <a:cs typeface="Arial"/>
              </a:rPr>
              <a:t>or</a:t>
            </a:r>
            <a:r>
              <a:rPr sz="1600" spc="-20">
                <a:latin typeface="Arial"/>
                <a:cs typeface="Arial"/>
              </a:rPr>
              <a:t> </a:t>
            </a:r>
            <a:r>
              <a:rPr sz="1600" spc="-10">
                <a:latin typeface="Arial"/>
                <a:cs typeface="Arial"/>
              </a:rPr>
              <a:t>points </a:t>
            </a:r>
            <a:r>
              <a:rPr sz="1600">
                <a:latin typeface="Arial"/>
                <a:cs typeface="Arial"/>
              </a:rPr>
              <a:t>within</a:t>
            </a:r>
            <a:r>
              <a:rPr sz="1600" spc="130">
                <a:latin typeface="Arial"/>
                <a:cs typeface="Arial"/>
              </a:rPr>
              <a:t> </a:t>
            </a:r>
            <a:r>
              <a:rPr sz="1600">
                <a:latin typeface="Arial"/>
                <a:cs typeface="Arial"/>
              </a:rPr>
              <a:t>the</a:t>
            </a:r>
            <a:r>
              <a:rPr sz="1600" spc="100">
                <a:latin typeface="Arial"/>
                <a:cs typeface="Arial"/>
              </a:rPr>
              <a:t> </a:t>
            </a:r>
            <a:r>
              <a:rPr sz="1600" spc="-20">
                <a:latin typeface="Arial"/>
                <a:cs typeface="Arial"/>
              </a:rPr>
              <a:t>copy.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5046833" y="7190358"/>
            <a:ext cx="2625725" cy="1542415"/>
            <a:chOff x="15046833" y="7190358"/>
            <a:chExt cx="2625725" cy="1542415"/>
          </a:xfrm>
        </p:grpSpPr>
        <p:pic>
          <p:nvPicPr>
            <p:cNvPr id="73" name="object 73" descr="A white background with black text and icon used as a flourish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18046" y="7541069"/>
              <a:ext cx="2271451" cy="11762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5050008" y="7350251"/>
              <a:ext cx="2475230" cy="1379855"/>
            </a:xfrm>
            <a:custGeom>
              <a:avLst/>
              <a:gdLst/>
              <a:ahLst/>
              <a:cxnLst/>
              <a:rect l="l" t="t" r="r" b="b"/>
              <a:pathLst>
                <a:path w="2475230" h="1379854">
                  <a:moveTo>
                    <a:pt x="0" y="1379347"/>
                  </a:moveTo>
                  <a:lnTo>
                    <a:pt x="2474722" y="1379347"/>
                  </a:lnTo>
                  <a:lnTo>
                    <a:pt x="2474722" y="0"/>
                  </a:lnTo>
                  <a:lnTo>
                    <a:pt x="0" y="0"/>
                  </a:lnTo>
                  <a:lnTo>
                    <a:pt x="0" y="1379347"/>
                  </a:lnTo>
                  <a:close/>
                </a:path>
              </a:pathLst>
            </a:custGeom>
            <a:ln w="6350">
              <a:solidFill>
                <a:srgbClr val="7D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7387951" y="7190358"/>
              <a:ext cx="285115" cy="284480"/>
            </a:xfrm>
            <a:custGeom>
              <a:avLst/>
              <a:gdLst/>
              <a:ahLst/>
              <a:cxnLst/>
              <a:rect l="l" t="t" r="r" b="b"/>
              <a:pathLst>
                <a:path w="285115" h="284479">
                  <a:moveTo>
                    <a:pt x="142239" y="0"/>
                  </a:moveTo>
                  <a:lnTo>
                    <a:pt x="97308" y="7258"/>
                  </a:lnTo>
                  <a:lnTo>
                    <a:pt x="58265" y="27464"/>
                  </a:lnTo>
                  <a:lnTo>
                    <a:pt x="27464" y="58265"/>
                  </a:lnTo>
                  <a:lnTo>
                    <a:pt x="7258" y="97308"/>
                  </a:lnTo>
                  <a:lnTo>
                    <a:pt x="0" y="142240"/>
                  </a:lnTo>
                  <a:lnTo>
                    <a:pt x="7258" y="187220"/>
                  </a:lnTo>
                  <a:lnTo>
                    <a:pt x="27464" y="226269"/>
                  </a:lnTo>
                  <a:lnTo>
                    <a:pt x="58265" y="257052"/>
                  </a:lnTo>
                  <a:lnTo>
                    <a:pt x="97308" y="277233"/>
                  </a:lnTo>
                  <a:lnTo>
                    <a:pt x="142239" y="284480"/>
                  </a:lnTo>
                  <a:lnTo>
                    <a:pt x="187233" y="277233"/>
                  </a:lnTo>
                  <a:lnTo>
                    <a:pt x="226313" y="257052"/>
                  </a:lnTo>
                  <a:lnTo>
                    <a:pt x="257134" y="226269"/>
                  </a:lnTo>
                  <a:lnTo>
                    <a:pt x="277347" y="187220"/>
                  </a:lnTo>
                  <a:lnTo>
                    <a:pt x="284606" y="142240"/>
                  </a:lnTo>
                  <a:lnTo>
                    <a:pt x="277347" y="97308"/>
                  </a:lnTo>
                  <a:lnTo>
                    <a:pt x="257134" y="58265"/>
                  </a:lnTo>
                  <a:lnTo>
                    <a:pt x="226313" y="27464"/>
                  </a:lnTo>
                  <a:lnTo>
                    <a:pt x="187233" y="7258"/>
                  </a:lnTo>
                  <a:lnTo>
                    <a:pt x="142239" y="0"/>
                  </a:lnTo>
                  <a:close/>
                </a:path>
              </a:pathLst>
            </a:custGeom>
            <a:solidFill>
              <a:srgbClr val="076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7454626" y="7289799"/>
              <a:ext cx="147955" cy="98425"/>
            </a:xfrm>
            <a:custGeom>
              <a:avLst/>
              <a:gdLst/>
              <a:ahLst/>
              <a:cxnLst/>
              <a:rect l="l" t="t" r="r" b="b"/>
              <a:pathLst>
                <a:path w="147955" h="98425">
                  <a:moveTo>
                    <a:pt x="0" y="49149"/>
                  </a:moveTo>
                  <a:lnTo>
                    <a:pt x="49148" y="98425"/>
                  </a:lnTo>
                  <a:lnTo>
                    <a:pt x="147573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0440"/>
              </a:lnSpc>
              <a:spcBef>
                <a:spcPts val="95"/>
              </a:spcBef>
            </a:pPr>
            <a:r>
              <a:rPr spc="215"/>
              <a:t>HOW</a:t>
            </a:r>
            <a:r>
              <a:rPr spc="-555"/>
              <a:t> </a:t>
            </a:r>
            <a:r>
              <a:t>TO</a:t>
            </a:r>
            <a:r>
              <a:rPr spc="-525"/>
              <a:t> </a:t>
            </a:r>
            <a:r>
              <a:rPr spc="-425"/>
              <a:t>USE</a:t>
            </a:r>
            <a:r>
              <a:rPr spc="-565"/>
              <a:t> </a:t>
            </a:r>
            <a:r>
              <a:rPr spc="-425"/>
              <a:t>SAS</a:t>
            </a:r>
            <a:r>
              <a:rPr spc="-550"/>
              <a:t> </a:t>
            </a:r>
            <a:r>
              <a:rPr spc="-415"/>
              <a:t>COLORS</a:t>
            </a:r>
          </a:p>
          <a:p>
            <a:pPr marL="12700">
              <a:lnSpc>
                <a:spcPts val="3720"/>
              </a:lnSpc>
            </a:pPr>
            <a:r>
              <a:rPr sz="3200" b="0" spc="-55">
                <a:solidFill>
                  <a:srgbClr val="000000"/>
                </a:solidFill>
                <a:latin typeface="Arial"/>
                <a:cs typeface="Arial"/>
              </a:rPr>
              <a:t>Please</a:t>
            </a:r>
            <a:r>
              <a:rPr sz="3200" b="0" spc="-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spc="120">
                <a:solidFill>
                  <a:srgbClr val="000000"/>
                </a:solidFill>
                <a:latin typeface="Arial"/>
                <a:cs typeface="Arial"/>
              </a:rPr>
              <a:t>follow</a:t>
            </a:r>
            <a:r>
              <a:rPr sz="3200" b="0" spc="-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>
                <a:solidFill>
                  <a:srgbClr val="000000"/>
                </a:solidFill>
                <a:latin typeface="Arial"/>
                <a:cs typeface="Arial"/>
              </a:rPr>
              <a:t>these</a:t>
            </a:r>
            <a:r>
              <a:rPr sz="3200" b="0" spc="-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spc="-10">
                <a:solidFill>
                  <a:srgbClr val="000000"/>
                </a:solidFill>
                <a:latin typeface="Arial"/>
                <a:cs typeface="Arial"/>
              </a:rPr>
              <a:t>guidelines</a:t>
            </a:r>
            <a:r>
              <a:rPr sz="3200" b="0" spc="-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>
                <a:solidFill>
                  <a:srgbClr val="000000"/>
                </a:solidFill>
                <a:latin typeface="Arial"/>
                <a:cs typeface="Arial"/>
              </a:rPr>
              <a:t>when</a:t>
            </a:r>
            <a:r>
              <a:rPr sz="3200" b="0" spc="-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spc="45">
                <a:solidFill>
                  <a:srgbClr val="000000"/>
                </a:solidFill>
                <a:latin typeface="Arial"/>
                <a:cs typeface="Arial"/>
              </a:rPr>
              <a:t>utilizing</a:t>
            </a:r>
            <a:r>
              <a:rPr sz="3200" b="0" spc="-1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spc="55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3200" b="0" spc="-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>
                <a:solidFill>
                  <a:srgbClr val="000000"/>
                </a:solidFill>
                <a:latin typeface="Arial"/>
                <a:cs typeface="Arial"/>
              </a:rPr>
              <a:t>color</a:t>
            </a:r>
            <a:r>
              <a:rPr sz="3200" b="0" spc="-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spc="75">
                <a:solidFill>
                  <a:srgbClr val="000000"/>
                </a:solidFill>
                <a:latin typeface="Arial"/>
                <a:cs typeface="Arial"/>
              </a:rPr>
              <a:t>palette</a:t>
            </a:r>
            <a:r>
              <a:rPr sz="3200" b="0" spc="-1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3200" b="0" spc="-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>
                <a:solidFill>
                  <a:srgbClr val="000000"/>
                </a:solidFill>
                <a:latin typeface="Arial"/>
                <a:cs typeface="Arial"/>
              </a:rPr>
              <a:t>your</a:t>
            </a:r>
            <a:r>
              <a:rPr sz="3200" b="0" spc="-9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spc="-10">
                <a:solidFill>
                  <a:srgbClr val="000000"/>
                </a:solidFill>
                <a:latin typeface="Arial"/>
                <a:cs typeface="Arial"/>
              </a:rPr>
              <a:t>presentation.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4410" y="2828924"/>
            <a:ext cx="46412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>
                <a:latin typeface="Arial"/>
                <a:cs typeface="Arial"/>
              </a:rPr>
              <a:t>Need</a:t>
            </a:r>
            <a:r>
              <a:rPr sz="2000" spc="-5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help</a:t>
            </a:r>
            <a:r>
              <a:rPr sz="2000" spc="-3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incorporating</a:t>
            </a:r>
            <a:r>
              <a:rPr sz="2000" spc="-8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the</a:t>
            </a:r>
            <a:r>
              <a:rPr sz="2000" spc="-6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new</a:t>
            </a:r>
            <a:r>
              <a:rPr sz="2000" spc="-50">
                <a:latin typeface="Arial"/>
                <a:cs typeface="Arial"/>
              </a:rPr>
              <a:t> </a:t>
            </a:r>
            <a:r>
              <a:rPr sz="2000" spc="-25">
                <a:latin typeface="Arial"/>
                <a:cs typeface="Arial"/>
              </a:rPr>
              <a:t>shades?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4410" y="3438905"/>
            <a:ext cx="5117465" cy="155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>
                <a:latin typeface="Arial"/>
                <a:cs typeface="Arial"/>
              </a:rPr>
              <a:t>To</a:t>
            </a:r>
            <a:r>
              <a:rPr sz="2000" spc="-1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convert</a:t>
            </a:r>
            <a:r>
              <a:rPr sz="2000" spc="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slides</a:t>
            </a:r>
            <a:r>
              <a:rPr sz="2000" spc="-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from</a:t>
            </a:r>
            <a:r>
              <a:rPr sz="2000" spc="-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the</a:t>
            </a:r>
            <a:r>
              <a:rPr sz="2000" spc="-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old</a:t>
            </a:r>
            <a:r>
              <a:rPr sz="2000" spc="5">
                <a:latin typeface="Arial"/>
                <a:cs typeface="Arial"/>
              </a:rPr>
              <a:t> </a:t>
            </a:r>
            <a:r>
              <a:rPr sz="2000" spc="-85">
                <a:latin typeface="Arial"/>
                <a:cs typeface="Arial"/>
              </a:rPr>
              <a:t>PPT</a:t>
            </a:r>
            <a:r>
              <a:rPr sz="2000" spc="5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template, </a:t>
            </a:r>
            <a:r>
              <a:rPr sz="2000">
                <a:latin typeface="Arial"/>
                <a:cs typeface="Arial"/>
              </a:rPr>
              <a:t>which included</a:t>
            </a:r>
            <a:r>
              <a:rPr sz="2000" spc="-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multiple</a:t>
            </a:r>
            <a:r>
              <a:rPr sz="2000" spc="-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colors</a:t>
            </a:r>
            <a:r>
              <a:rPr sz="2000" spc="-25">
                <a:latin typeface="Arial"/>
                <a:cs typeface="Arial"/>
              </a:rPr>
              <a:t> and</a:t>
            </a:r>
            <a:r>
              <a:rPr sz="2000" spc="-5">
                <a:latin typeface="Arial"/>
                <a:cs typeface="Arial"/>
              </a:rPr>
              <a:t> </a:t>
            </a:r>
            <a:r>
              <a:rPr sz="2000" spc="-80">
                <a:latin typeface="Arial"/>
                <a:cs typeface="Arial"/>
              </a:rPr>
              <a:t>a</a:t>
            </a:r>
            <a:r>
              <a:rPr sz="2000" spc="20">
                <a:latin typeface="Arial"/>
                <a:cs typeface="Arial"/>
              </a:rPr>
              <a:t> </a:t>
            </a:r>
            <a:r>
              <a:rPr sz="2000" spc="-20">
                <a:latin typeface="Arial"/>
                <a:cs typeface="Arial"/>
              </a:rPr>
              <a:t>dark </a:t>
            </a:r>
            <a:r>
              <a:rPr sz="2000" spc="-35">
                <a:latin typeface="Arial"/>
                <a:cs typeface="Arial"/>
              </a:rPr>
              <a:t>background,</a:t>
            </a:r>
            <a:r>
              <a:rPr sz="2000" spc="-90">
                <a:latin typeface="Arial"/>
                <a:cs typeface="Arial"/>
              </a:rPr>
              <a:t> </a:t>
            </a:r>
            <a:r>
              <a:rPr sz="2000" spc="75">
                <a:latin typeface="Arial"/>
                <a:cs typeface="Arial"/>
              </a:rPr>
              <a:t>follow</a:t>
            </a:r>
            <a:r>
              <a:rPr sz="2000" spc="-7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this</a:t>
            </a:r>
            <a:r>
              <a:rPr sz="2000" spc="-55">
                <a:latin typeface="Arial"/>
                <a:cs typeface="Arial"/>
              </a:rPr>
              <a:t> </a:t>
            </a:r>
            <a:r>
              <a:rPr sz="2000" spc="-25">
                <a:latin typeface="Arial"/>
                <a:cs typeface="Arial"/>
              </a:rPr>
              <a:t>guide</a:t>
            </a:r>
            <a:r>
              <a:rPr sz="2000" spc="-35">
                <a:latin typeface="Arial"/>
                <a:cs typeface="Arial"/>
              </a:rPr>
              <a:t> </a:t>
            </a:r>
            <a:r>
              <a:rPr sz="2000" spc="105">
                <a:latin typeface="Arial"/>
                <a:cs typeface="Arial"/>
              </a:rPr>
              <a:t>to</a:t>
            </a:r>
            <a:r>
              <a:rPr sz="2000" spc="-6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swap</a:t>
            </a:r>
            <a:r>
              <a:rPr sz="2000" spc="-65">
                <a:latin typeface="Arial"/>
                <a:cs typeface="Arial"/>
              </a:rPr>
              <a:t> </a:t>
            </a:r>
            <a:r>
              <a:rPr sz="2000" spc="-25">
                <a:latin typeface="Arial"/>
                <a:cs typeface="Arial"/>
              </a:rPr>
              <a:t>the </a:t>
            </a:r>
            <a:r>
              <a:rPr sz="2000" spc="-10">
                <a:latin typeface="Arial"/>
                <a:cs typeface="Arial"/>
              </a:rPr>
              <a:t>previous</a:t>
            </a:r>
            <a:r>
              <a:rPr sz="2000" spc="-40">
                <a:latin typeface="Arial"/>
                <a:cs typeface="Arial"/>
              </a:rPr>
              <a:t> </a:t>
            </a:r>
            <a:r>
              <a:rPr sz="2000" spc="-50">
                <a:latin typeface="Arial"/>
                <a:cs typeface="Arial"/>
              </a:rPr>
              <a:t>shades</a:t>
            </a:r>
            <a:r>
              <a:rPr sz="2000" spc="-60">
                <a:latin typeface="Arial"/>
                <a:cs typeface="Arial"/>
              </a:rPr>
              <a:t> </a:t>
            </a:r>
            <a:r>
              <a:rPr sz="2000" spc="50">
                <a:latin typeface="Arial"/>
                <a:cs typeface="Arial"/>
              </a:rPr>
              <a:t>for</a:t>
            </a:r>
            <a:r>
              <a:rPr sz="2000" spc="-4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the</a:t>
            </a:r>
            <a:r>
              <a:rPr sz="2000" spc="-5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NEW</a:t>
            </a:r>
            <a:r>
              <a:rPr sz="2000" spc="-5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Light</a:t>
            </a:r>
            <a:r>
              <a:rPr sz="2000" spc="-45">
                <a:latin typeface="Arial"/>
                <a:cs typeface="Arial"/>
              </a:rPr>
              <a:t> </a:t>
            </a:r>
            <a:r>
              <a:rPr sz="2000" spc="-25">
                <a:latin typeface="Arial"/>
                <a:cs typeface="Arial"/>
              </a:rPr>
              <a:t>and</a:t>
            </a:r>
            <a:r>
              <a:rPr sz="2000" spc="-45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bright ones.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410" y="5267401"/>
            <a:ext cx="48691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>
                <a:latin typeface="Arial"/>
                <a:cs typeface="Arial"/>
              </a:rPr>
              <a:t>We</a:t>
            </a:r>
            <a:r>
              <a:rPr sz="2000" spc="-2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highly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 spc="-20">
                <a:latin typeface="Arial"/>
                <a:cs typeface="Arial"/>
              </a:rPr>
              <a:t>recommend</a:t>
            </a:r>
            <a:r>
              <a:rPr sz="2000" spc="-45">
                <a:latin typeface="Arial"/>
                <a:cs typeface="Arial"/>
              </a:rPr>
              <a:t> </a:t>
            </a:r>
            <a:r>
              <a:rPr sz="2000" spc="-25">
                <a:latin typeface="Arial"/>
                <a:cs typeface="Arial"/>
              </a:rPr>
              <a:t>using</a:t>
            </a:r>
            <a:r>
              <a:rPr sz="2000" spc="-4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the</a:t>
            </a:r>
            <a:r>
              <a:rPr sz="2000" spc="-50">
                <a:latin typeface="Arial"/>
                <a:cs typeface="Arial"/>
              </a:rPr>
              <a:t> </a:t>
            </a:r>
            <a:r>
              <a:rPr sz="2000" b="1" spc="-90">
                <a:solidFill>
                  <a:srgbClr val="0766D1"/>
                </a:solidFill>
                <a:latin typeface="Arial"/>
                <a:cs typeface="Arial"/>
              </a:rPr>
              <a:t>SAS</a:t>
            </a:r>
            <a:r>
              <a:rPr sz="2000" b="1" spc="-120">
                <a:solidFill>
                  <a:srgbClr val="0766D1"/>
                </a:solidFill>
                <a:latin typeface="Arial"/>
                <a:cs typeface="Arial"/>
              </a:rPr>
              <a:t> </a:t>
            </a:r>
            <a:r>
              <a:rPr sz="2000" b="1" spc="-40">
                <a:solidFill>
                  <a:srgbClr val="0766D1"/>
                </a:solidFill>
                <a:latin typeface="Arial"/>
                <a:cs typeface="Arial"/>
              </a:rPr>
              <a:t>BLUE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0">
                <a:latin typeface="Arial"/>
                <a:cs typeface="Arial"/>
              </a:rPr>
              <a:t>first.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6046" y="5976746"/>
            <a:ext cx="1456690" cy="1854835"/>
            <a:chOff x="776046" y="5976746"/>
            <a:chExt cx="1456690" cy="1854835"/>
          </a:xfrm>
        </p:grpSpPr>
        <p:sp>
          <p:nvSpPr>
            <p:cNvPr id="7" name="object 7"/>
            <p:cNvSpPr/>
            <p:nvPr/>
          </p:nvSpPr>
          <p:spPr>
            <a:xfrm>
              <a:off x="782396" y="5976746"/>
              <a:ext cx="1443990" cy="1443990"/>
            </a:xfrm>
            <a:custGeom>
              <a:avLst/>
              <a:gdLst/>
              <a:ahLst/>
              <a:cxnLst/>
              <a:rect l="l" t="t" r="r" b="b"/>
              <a:pathLst>
                <a:path w="1443989" h="1443990">
                  <a:moveTo>
                    <a:pt x="1443736" y="0"/>
                  </a:moveTo>
                  <a:lnTo>
                    <a:pt x="0" y="0"/>
                  </a:lnTo>
                  <a:lnTo>
                    <a:pt x="0" y="1443735"/>
                  </a:lnTo>
                  <a:lnTo>
                    <a:pt x="1443736" y="1443735"/>
                  </a:lnTo>
                  <a:lnTo>
                    <a:pt x="1443736" y="0"/>
                  </a:lnTo>
                  <a:close/>
                </a:path>
              </a:pathLst>
            </a:custGeom>
            <a:solidFill>
              <a:srgbClr val="076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34008" y="6360032"/>
              <a:ext cx="666115" cy="783590"/>
            </a:xfrm>
            <a:custGeom>
              <a:avLst/>
              <a:gdLst/>
              <a:ahLst/>
              <a:cxnLst/>
              <a:rect l="l" t="t" r="r" b="b"/>
              <a:pathLst>
                <a:path w="666114" h="783590">
                  <a:moveTo>
                    <a:pt x="492683" y="497332"/>
                  </a:moveTo>
                  <a:lnTo>
                    <a:pt x="489635" y="494284"/>
                  </a:lnTo>
                  <a:lnTo>
                    <a:pt x="485825" y="494284"/>
                  </a:lnTo>
                  <a:lnTo>
                    <a:pt x="179882" y="494284"/>
                  </a:lnTo>
                  <a:lnTo>
                    <a:pt x="176834" y="497332"/>
                  </a:lnTo>
                  <a:lnTo>
                    <a:pt x="176834" y="504952"/>
                  </a:lnTo>
                  <a:lnTo>
                    <a:pt x="180009" y="508000"/>
                  </a:lnTo>
                  <a:lnTo>
                    <a:pt x="489635" y="508000"/>
                  </a:lnTo>
                  <a:lnTo>
                    <a:pt x="492683" y="504952"/>
                  </a:lnTo>
                  <a:lnTo>
                    <a:pt x="492683" y="497332"/>
                  </a:lnTo>
                  <a:close/>
                </a:path>
                <a:path w="666114" h="783590">
                  <a:moveTo>
                    <a:pt x="492683" y="401574"/>
                  </a:moveTo>
                  <a:lnTo>
                    <a:pt x="489635" y="398399"/>
                  </a:lnTo>
                  <a:lnTo>
                    <a:pt x="485825" y="398399"/>
                  </a:lnTo>
                  <a:lnTo>
                    <a:pt x="179882" y="398399"/>
                  </a:lnTo>
                  <a:lnTo>
                    <a:pt x="176834" y="401574"/>
                  </a:lnTo>
                  <a:lnTo>
                    <a:pt x="176834" y="409067"/>
                  </a:lnTo>
                  <a:lnTo>
                    <a:pt x="180009" y="412115"/>
                  </a:lnTo>
                  <a:lnTo>
                    <a:pt x="489635" y="412115"/>
                  </a:lnTo>
                  <a:lnTo>
                    <a:pt x="492683" y="409067"/>
                  </a:lnTo>
                  <a:lnTo>
                    <a:pt x="492683" y="401574"/>
                  </a:lnTo>
                  <a:close/>
                </a:path>
                <a:path w="666114" h="783590">
                  <a:moveTo>
                    <a:pt x="492683" y="305689"/>
                  </a:moveTo>
                  <a:lnTo>
                    <a:pt x="489635" y="302514"/>
                  </a:lnTo>
                  <a:lnTo>
                    <a:pt x="485825" y="302514"/>
                  </a:lnTo>
                  <a:lnTo>
                    <a:pt x="179882" y="302514"/>
                  </a:lnTo>
                  <a:lnTo>
                    <a:pt x="176834" y="305689"/>
                  </a:lnTo>
                  <a:lnTo>
                    <a:pt x="176834" y="313182"/>
                  </a:lnTo>
                  <a:lnTo>
                    <a:pt x="180009" y="316230"/>
                  </a:lnTo>
                  <a:lnTo>
                    <a:pt x="489635" y="316230"/>
                  </a:lnTo>
                  <a:lnTo>
                    <a:pt x="492683" y="313182"/>
                  </a:lnTo>
                  <a:lnTo>
                    <a:pt x="492683" y="305689"/>
                  </a:lnTo>
                  <a:close/>
                </a:path>
                <a:path w="666114" h="783590">
                  <a:moveTo>
                    <a:pt x="665911" y="178181"/>
                  </a:moveTo>
                  <a:lnTo>
                    <a:pt x="665149" y="176403"/>
                  </a:lnTo>
                  <a:lnTo>
                    <a:pt x="652068" y="163398"/>
                  </a:lnTo>
                  <a:lnTo>
                    <a:pt x="652068" y="195199"/>
                  </a:lnTo>
                  <a:lnTo>
                    <a:pt x="652068" y="769874"/>
                  </a:lnTo>
                  <a:lnTo>
                    <a:pt x="13703" y="769874"/>
                  </a:lnTo>
                  <a:lnTo>
                    <a:pt x="13703" y="13843"/>
                  </a:lnTo>
                  <a:lnTo>
                    <a:pt x="475538" y="13843"/>
                  </a:lnTo>
                  <a:lnTo>
                    <a:pt x="475538" y="192151"/>
                  </a:lnTo>
                  <a:lnTo>
                    <a:pt x="478713" y="195199"/>
                  </a:lnTo>
                  <a:lnTo>
                    <a:pt x="652068" y="195199"/>
                  </a:lnTo>
                  <a:lnTo>
                    <a:pt x="652068" y="163398"/>
                  </a:lnTo>
                  <a:lnTo>
                    <a:pt x="650671" y="162001"/>
                  </a:lnTo>
                  <a:lnTo>
                    <a:pt x="650671" y="181483"/>
                  </a:lnTo>
                  <a:lnTo>
                    <a:pt x="489381" y="181483"/>
                  </a:lnTo>
                  <a:lnTo>
                    <a:pt x="489381" y="20955"/>
                  </a:lnTo>
                  <a:lnTo>
                    <a:pt x="650671" y="181483"/>
                  </a:lnTo>
                  <a:lnTo>
                    <a:pt x="650671" y="162001"/>
                  </a:lnTo>
                  <a:lnTo>
                    <a:pt x="508914" y="20955"/>
                  </a:lnTo>
                  <a:lnTo>
                    <a:pt x="501764" y="13843"/>
                  </a:lnTo>
                  <a:lnTo>
                    <a:pt x="488619" y="762"/>
                  </a:lnTo>
                  <a:lnTo>
                    <a:pt x="486841" y="0"/>
                  </a:lnTo>
                  <a:lnTo>
                    <a:pt x="3035" y="0"/>
                  </a:lnTo>
                  <a:lnTo>
                    <a:pt x="0" y="3175"/>
                  </a:lnTo>
                  <a:lnTo>
                    <a:pt x="0" y="780542"/>
                  </a:lnTo>
                  <a:lnTo>
                    <a:pt x="3098" y="783590"/>
                  </a:lnTo>
                  <a:lnTo>
                    <a:pt x="662863" y="783590"/>
                  </a:lnTo>
                  <a:lnTo>
                    <a:pt x="665911" y="780542"/>
                  </a:lnTo>
                  <a:lnTo>
                    <a:pt x="665911" y="769874"/>
                  </a:lnTo>
                  <a:lnTo>
                    <a:pt x="665911" y="181483"/>
                  </a:lnTo>
                  <a:lnTo>
                    <a:pt x="665911" y="1781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2396" y="7420432"/>
              <a:ext cx="1443990" cy="405130"/>
            </a:xfrm>
            <a:custGeom>
              <a:avLst/>
              <a:gdLst/>
              <a:ahLst/>
              <a:cxnLst/>
              <a:rect l="l" t="t" r="r" b="b"/>
              <a:pathLst>
                <a:path w="1443989" h="405129">
                  <a:moveTo>
                    <a:pt x="0" y="404672"/>
                  </a:moveTo>
                  <a:lnTo>
                    <a:pt x="1443736" y="404672"/>
                  </a:lnTo>
                  <a:lnTo>
                    <a:pt x="1443736" y="0"/>
                  </a:lnTo>
                  <a:lnTo>
                    <a:pt x="0" y="0"/>
                  </a:lnTo>
                  <a:lnTo>
                    <a:pt x="0" y="404672"/>
                  </a:lnTo>
                  <a:close/>
                </a:path>
              </a:pathLst>
            </a:custGeom>
            <a:ln w="12700">
              <a:solidFill>
                <a:srgbClr val="B9C0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Template theme color options with a pointer highlighting slate gre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210" y="7610299"/>
              <a:ext cx="1335531" cy="1187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39546" y="7609623"/>
              <a:ext cx="111125" cy="110489"/>
            </a:xfrm>
            <a:custGeom>
              <a:avLst/>
              <a:gdLst/>
              <a:ahLst/>
              <a:cxnLst/>
              <a:rect l="l" t="t" r="r" b="b"/>
              <a:pathLst>
                <a:path w="111125" h="110490">
                  <a:moveTo>
                    <a:pt x="0" y="110197"/>
                  </a:moveTo>
                  <a:lnTo>
                    <a:pt x="110920" y="110197"/>
                  </a:lnTo>
                  <a:lnTo>
                    <a:pt x="110920" y="0"/>
                  </a:lnTo>
                  <a:lnTo>
                    <a:pt x="0" y="0"/>
                  </a:lnTo>
                  <a:lnTo>
                    <a:pt x="0" y="110197"/>
                  </a:lnTo>
                  <a:close/>
                </a:path>
              </a:pathLst>
            </a:custGeom>
            <a:ln w="3175">
              <a:solidFill>
                <a:srgbClr val="B9C0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10843" y="7526908"/>
              <a:ext cx="68580" cy="59055"/>
            </a:xfrm>
            <a:custGeom>
              <a:avLst/>
              <a:gdLst/>
              <a:ahLst/>
              <a:cxnLst/>
              <a:rect l="l" t="t" r="r" b="b"/>
              <a:pathLst>
                <a:path w="68580" h="59054">
                  <a:moveTo>
                    <a:pt x="68198" y="0"/>
                  </a:moveTo>
                  <a:lnTo>
                    <a:pt x="0" y="0"/>
                  </a:lnTo>
                  <a:lnTo>
                    <a:pt x="34162" y="58674"/>
                  </a:lnTo>
                  <a:lnTo>
                    <a:pt x="68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69112" y="7932572"/>
            <a:ext cx="1411605" cy="601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95"/>
              </a:spcBef>
            </a:pPr>
            <a:r>
              <a:rPr sz="1050">
                <a:latin typeface="Arial"/>
                <a:cs typeface="Arial"/>
              </a:rPr>
              <a:t>Start</a:t>
            </a:r>
            <a:r>
              <a:rPr sz="1050" spc="4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with</a:t>
            </a:r>
            <a:r>
              <a:rPr sz="1050" spc="4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the</a:t>
            </a:r>
            <a:r>
              <a:rPr sz="1050" spc="55">
                <a:latin typeface="Arial"/>
                <a:cs typeface="Arial"/>
              </a:rPr>
              <a:t> </a:t>
            </a:r>
            <a:r>
              <a:rPr sz="1050" spc="-45">
                <a:latin typeface="Arial"/>
                <a:cs typeface="Arial"/>
              </a:rPr>
              <a:t>SAS</a:t>
            </a:r>
            <a:r>
              <a:rPr sz="1050" spc="40">
                <a:latin typeface="Arial"/>
                <a:cs typeface="Arial"/>
              </a:rPr>
              <a:t> </a:t>
            </a:r>
            <a:r>
              <a:rPr sz="1050" spc="-20">
                <a:latin typeface="Arial"/>
                <a:cs typeface="Arial"/>
              </a:rPr>
              <a:t>blue </a:t>
            </a:r>
            <a:r>
              <a:rPr sz="1050">
                <a:latin typeface="Arial"/>
                <a:cs typeface="Arial"/>
              </a:rPr>
              <a:t>when</a:t>
            </a:r>
            <a:r>
              <a:rPr sz="1050" spc="-6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selecting</a:t>
            </a:r>
            <a:r>
              <a:rPr sz="1050" spc="-7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a</a:t>
            </a:r>
            <a:r>
              <a:rPr sz="1050" spc="-4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shape color.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731897" y="5970396"/>
          <a:ext cx="1443990" cy="1847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3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B9C0C8"/>
                      </a:solidFill>
                      <a:prstDash val="solid"/>
                    </a:lnT>
                    <a:lnB w="1270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B9C0C8"/>
                      </a:solidFill>
                      <a:prstDash val="solid"/>
                    </a:lnT>
                    <a:lnB w="1270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3189859" y="6360032"/>
            <a:ext cx="666115" cy="783590"/>
          </a:xfrm>
          <a:custGeom>
            <a:avLst/>
            <a:gdLst/>
            <a:ahLst/>
            <a:cxnLst/>
            <a:rect l="l" t="t" r="r" b="b"/>
            <a:pathLst>
              <a:path w="666114" h="783590">
                <a:moveTo>
                  <a:pt x="492633" y="497332"/>
                </a:moveTo>
                <a:lnTo>
                  <a:pt x="489585" y="494284"/>
                </a:lnTo>
                <a:lnTo>
                  <a:pt x="485775" y="494284"/>
                </a:lnTo>
                <a:lnTo>
                  <a:pt x="179832" y="494284"/>
                </a:lnTo>
                <a:lnTo>
                  <a:pt x="176784" y="497332"/>
                </a:lnTo>
                <a:lnTo>
                  <a:pt x="176784" y="504952"/>
                </a:lnTo>
                <a:lnTo>
                  <a:pt x="179959" y="508000"/>
                </a:lnTo>
                <a:lnTo>
                  <a:pt x="489585" y="508000"/>
                </a:lnTo>
                <a:lnTo>
                  <a:pt x="492633" y="504952"/>
                </a:lnTo>
                <a:lnTo>
                  <a:pt x="492633" y="497332"/>
                </a:lnTo>
                <a:close/>
              </a:path>
              <a:path w="666114" h="783590">
                <a:moveTo>
                  <a:pt x="492633" y="401574"/>
                </a:moveTo>
                <a:lnTo>
                  <a:pt x="489585" y="398399"/>
                </a:lnTo>
                <a:lnTo>
                  <a:pt x="485775" y="398399"/>
                </a:lnTo>
                <a:lnTo>
                  <a:pt x="179832" y="398399"/>
                </a:lnTo>
                <a:lnTo>
                  <a:pt x="176784" y="401574"/>
                </a:lnTo>
                <a:lnTo>
                  <a:pt x="176784" y="409067"/>
                </a:lnTo>
                <a:lnTo>
                  <a:pt x="179959" y="412115"/>
                </a:lnTo>
                <a:lnTo>
                  <a:pt x="489585" y="412115"/>
                </a:lnTo>
                <a:lnTo>
                  <a:pt x="492633" y="409067"/>
                </a:lnTo>
                <a:lnTo>
                  <a:pt x="492633" y="401574"/>
                </a:lnTo>
                <a:close/>
              </a:path>
              <a:path w="666114" h="783590">
                <a:moveTo>
                  <a:pt x="492633" y="305689"/>
                </a:moveTo>
                <a:lnTo>
                  <a:pt x="489585" y="302514"/>
                </a:lnTo>
                <a:lnTo>
                  <a:pt x="485775" y="302514"/>
                </a:lnTo>
                <a:lnTo>
                  <a:pt x="179832" y="302514"/>
                </a:lnTo>
                <a:lnTo>
                  <a:pt x="176784" y="305689"/>
                </a:lnTo>
                <a:lnTo>
                  <a:pt x="176784" y="313182"/>
                </a:lnTo>
                <a:lnTo>
                  <a:pt x="179959" y="316230"/>
                </a:lnTo>
                <a:lnTo>
                  <a:pt x="489585" y="316230"/>
                </a:lnTo>
                <a:lnTo>
                  <a:pt x="492633" y="313182"/>
                </a:lnTo>
                <a:lnTo>
                  <a:pt x="492633" y="305689"/>
                </a:lnTo>
                <a:close/>
              </a:path>
              <a:path w="666114" h="783590">
                <a:moveTo>
                  <a:pt x="665861" y="178181"/>
                </a:moveTo>
                <a:lnTo>
                  <a:pt x="665099" y="176403"/>
                </a:lnTo>
                <a:lnTo>
                  <a:pt x="652018" y="163398"/>
                </a:lnTo>
                <a:lnTo>
                  <a:pt x="652018" y="195199"/>
                </a:lnTo>
                <a:lnTo>
                  <a:pt x="652018" y="769874"/>
                </a:lnTo>
                <a:lnTo>
                  <a:pt x="13589" y="769874"/>
                </a:lnTo>
                <a:lnTo>
                  <a:pt x="13589" y="13843"/>
                </a:lnTo>
                <a:lnTo>
                  <a:pt x="475488" y="13843"/>
                </a:lnTo>
                <a:lnTo>
                  <a:pt x="475488" y="192151"/>
                </a:lnTo>
                <a:lnTo>
                  <a:pt x="478663" y="195199"/>
                </a:lnTo>
                <a:lnTo>
                  <a:pt x="652018" y="195199"/>
                </a:lnTo>
                <a:lnTo>
                  <a:pt x="652018" y="163398"/>
                </a:lnTo>
                <a:lnTo>
                  <a:pt x="650621" y="162001"/>
                </a:lnTo>
                <a:lnTo>
                  <a:pt x="650621" y="181483"/>
                </a:lnTo>
                <a:lnTo>
                  <a:pt x="489331" y="181483"/>
                </a:lnTo>
                <a:lnTo>
                  <a:pt x="489331" y="20955"/>
                </a:lnTo>
                <a:lnTo>
                  <a:pt x="650621" y="181483"/>
                </a:lnTo>
                <a:lnTo>
                  <a:pt x="650621" y="162001"/>
                </a:lnTo>
                <a:lnTo>
                  <a:pt x="508863" y="20955"/>
                </a:lnTo>
                <a:lnTo>
                  <a:pt x="501713" y="13843"/>
                </a:lnTo>
                <a:lnTo>
                  <a:pt x="488569" y="762"/>
                </a:lnTo>
                <a:lnTo>
                  <a:pt x="486791" y="0"/>
                </a:lnTo>
                <a:lnTo>
                  <a:pt x="2921" y="0"/>
                </a:lnTo>
                <a:lnTo>
                  <a:pt x="0" y="3175"/>
                </a:lnTo>
                <a:lnTo>
                  <a:pt x="0" y="780542"/>
                </a:lnTo>
                <a:lnTo>
                  <a:pt x="3048" y="783590"/>
                </a:lnTo>
                <a:lnTo>
                  <a:pt x="662813" y="783590"/>
                </a:lnTo>
                <a:lnTo>
                  <a:pt x="665861" y="780542"/>
                </a:lnTo>
                <a:lnTo>
                  <a:pt x="665861" y="769874"/>
                </a:lnTo>
                <a:lnTo>
                  <a:pt x="665861" y="181483"/>
                </a:lnTo>
                <a:lnTo>
                  <a:pt x="665861" y="178181"/>
                </a:lnTo>
                <a:close/>
              </a:path>
            </a:pathLst>
          </a:custGeom>
          <a:solidFill>
            <a:srgbClr val="0766D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793809" y="7526908"/>
            <a:ext cx="1343025" cy="202565"/>
            <a:chOff x="2793809" y="7526908"/>
            <a:chExt cx="1343025" cy="202565"/>
          </a:xfrm>
        </p:grpSpPr>
        <p:pic>
          <p:nvPicPr>
            <p:cNvPr id="17" name="object 17" descr="Template theme color options with a pointer highlighting SAS blu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0985" y="7610299"/>
              <a:ext cx="1335532" cy="1187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795397" y="7609623"/>
              <a:ext cx="111125" cy="110489"/>
            </a:xfrm>
            <a:custGeom>
              <a:avLst/>
              <a:gdLst/>
              <a:ahLst/>
              <a:cxnLst/>
              <a:rect l="l" t="t" r="r" b="b"/>
              <a:pathLst>
                <a:path w="111125" h="110490">
                  <a:moveTo>
                    <a:pt x="0" y="110197"/>
                  </a:moveTo>
                  <a:lnTo>
                    <a:pt x="110920" y="110197"/>
                  </a:lnTo>
                  <a:lnTo>
                    <a:pt x="110920" y="0"/>
                  </a:lnTo>
                  <a:lnTo>
                    <a:pt x="0" y="0"/>
                  </a:lnTo>
                  <a:lnTo>
                    <a:pt x="0" y="110197"/>
                  </a:lnTo>
                  <a:close/>
                </a:path>
              </a:pathLst>
            </a:custGeom>
            <a:ln w="3175">
              <a:solidFill>
                <a:srgbClr val="B9C0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21178" y="7526908"/>
              <a:ext cx="474980" cy="59055"/>
            </a:xfrm>
            <a:custGeom>
              <a:avLst/>
              <a:gdLst/>
              <a:ahLst/>
              <a:cxnLst/>
              <a:rect l="l" t="t" r="r" b="b"/>
              <a:pathLst>
                <a:path w="474979" h="59054">
                  <a:moveTo>
                    <a:pt x="68072" y="0"/>
                  </a:moveTo>
                  <a:lnTo>
                    <a:pt x="0" y="0"/>
                  </a:lnTo>
                  <a:lnTo>
                    <a:pt x="34036" y="58674"/>
                  </a:lnTo>
                  <a:lnTo>
                    <a:pt x="68072" y="0"/>
                  </a:lnTo>
                  <a:close/>
                </a:path>
                <a:path w="474979" h="59054">
                  <a:moveTo>
                    <a:pt x="203708" y="0"/>
                  </a:moveTo>
                  <a:lnTo>
                    <a:pt x="135636" y="0"/>
                  </a:lnTo>
                  <a:lnTo>
                    <a:pt x="169672" y="58674"/>
                  </a:lnTo>
                  <a:lnTo>
                    <a:pt x="203708" y="0"/>
                  </a:lnTo>
                  <a:close/>
                </a:path>
                <a:path w="474979" h="59054">
                  <a:moveTo>
                    <a:pt x="339217" y="0"/>
                  </a:moveTo>
                  <a:lnTo>
                    <a:pt x="271145" y="0"/>
                  </a:lnTo>
                  <a:lnTo>
                    <a:pt x="305181" y="58674"/>
                  </a:lnTo>
                  <a:lnTo>
                    <a:pt x="339217" y="0"/>
                  </a:lnTo>
                  <a:close/>
                </a:path>
                <a:path w="474979" h="59054">
                  <a:moveTo>
                    <a:pt x="474840" y="0"/>
                  </a:moveTo>
                  <a:lnTo>
                    <a:pt x="406781" y="0"/>
                  </a:lnTo>
                  <a:lnTo>
                    <a:pt x="440817" y="58674"/>
                  </a:lnTo>
                  <a:lnTo>
                    <a:pt x="4748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78683" y="7974279"/>
            <a:ext cx="1496695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>
                <a:latin typeface="Arial"/>
                <a:cs typeface="Arial"/>
              </a:rPr>
              <a:t>The</a:t>
            </a:r>
            <a:r>
              <a:rPr sz="1050" spc="2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first</a:t>
            </a:r>
            <a:r>
              <a:rPr sz="1050" spc="2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four</a:t>
            </a:r>
            <a:r>
              <a:rPr sz="1050" spc="1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in</a:t>
            </a:r>
            <a:r>
              <a:rPr sz="1050" spc="2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the</a:t>
            </a:r>
            <a:r>
              <a:rPr sz="1050" spc="1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color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>
                <a:latin typeface="Arial"/>
                <a:cs typeface="Arial"/>
              </a:rPr>
              <a:t>palette </a:t>
            </a:r>
            <a:r>
              <a:rPr sz="1050" spc="-20">
                <a:latin typeface="Arial"/>
                <a:cs typeface="Arial"/>
              </a:rPr>
              <a:t>are</a:t>
            </a:r>
            <a:r>
              <a:rPr sz="1050" spc="25">
                <a:latin typeface="Arial"/>
                <a:cs typeface="Arial"/>
              </a:rPr>
              <a:t> </a:t>
            </a:r>
            <a:r>
              <a:rPr sz="1050" spc="-20">
                <a:latin typeface="Arial"/>
                <a:cs typeface="Arial"/>
              </a:rPr>
              <a:t>used</a:t>
            </a:r>
            <a:r>
              <a:rPr sz="1050" spc="1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for</a:t>
            </a:r>
            <a:r>
              <a:rPr sz="1050" spc="2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text.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4687696" y="5970396"/>
          <a:ext cx="1443990" cy="1847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3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B9C0C8"/>
                      </a:solidFill>
                      <a:prstDash val="solid"/>
                    </a:lnT>
                    <a:lnB w="1270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9C0C8"/>
                      </a:solidFill>
                      <a:prstDash val="solid"/>
                    </a:lnL>
                    <a:lnR w="12700">
                      <a:solidFill>
                        <a:srgbClr val="B9C0C8"/>
                      </a:solidFill>
                      <a:prstDash val="solid"/>
                    </a:lnR>
                    <a:lnT w="12700">
                      <a:solidFill>
                        <a:srgbClr val="B9C0C8"/>
                      </a:solidFill>
                      <a:prstDash val="solid"/>
                    </a:lnT>
                    <a:lnB w="12700">
                      <a:solidFill>
                        <a:srgbClr val="B9C0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5145659" y="6360032"/>
            <a:ext cx="666115" cy="783590"/>
          </a:xfrm>
          <a:custGeom>
            <a:avLst/>
            <a:gdLst/>
            <a:ahLst/>
            <a:cxnLst/>
            <a:rect l="l" t="t" r="r" b="b"/>
            <a:pathLst>
              <a:path w="666114" h="783590">
                <a:moveTo>
                  <a:pt x="492633" y="497332"/>
                </a:moveTo>
                <a:lnTo>
                  <a:pt x="489585" y="494284"/>
                </a:lnTo>
                <a:lnTo>
                  <a:pt x="485775" y="494284"/>
                </a:lnTo>
                <a:lnTo>
                  <a:pt x="179832" y="494284"/>
                </a:lnTo>
                <a:lnTo>
                  <a:pt x="176784" y="497332"/>
                </a:lnTo>
                <a:lnTo>
                  <a:pt x="176784" y="504952"/>
                </a:lnTo>
                <a:lnTo>
                  <a:pt x="179959" y="508000"/>
                </a:lnTo>
                <a:lnTo>
                  <a:pt x="489585" y="508000"/>
                </a:lnTo>
                <a:lnTo>
                  <a:pt x="492633" y="504952"/>
                </a:lnTo>
                <a:lnTo>
                  <a:pt x="492633" y="497332"/>
                </a:lnTo>
                <a:close/>
              </a:path>
              <a:path w="666114" h="783590">
                <a:moveTo>
                  <a:pt x="492633" y="401574"/>
                </a:moveTo>
                <a:lnTo>
                  <a:pt x="489585" y="398399"/>
                </a:lnTo>
                <a:lnTo>
                  <a:pt x="485775" y="398399"/>
                </a:lnTo>
                <a:lnTo>
                  <a:pt x="179832" y="398399"/>
                </a:lnTo>
                <a:lnTo>
                  <a:pt x="176784" y="401574"/>
                </a:lnTo>
                <a:lnTo>
                  <a:pt x="176784" y="409067"/>
                </a:lnTo>
                <a:lnTo>
                  <a:pt x="179959" y="412115"/>
                </a:lnTo>
                <a:lnTo>
                  <a:pt x="489585" y="412115"/>
                </a:lnTo>
                <a:lnTo>
                  <a:pt x="492633" y="409067"/>
                </a:lnTo>
                <a:lnTo>
                  <a:pt x="492633" y="401574"/>
                </a:lnTo>
                <a:close/>
              </a:path>
              <a:path w="666114" h="783590">
                <a:moveTo>
                  <a:pt x="492633" y="305689"/>
                </a:moveTo>
                <a:lnTo>
                  <a:pt x="489585" y="302514"/>
                </a:lnTo>
                <a:lnTo>
                  <a:pt x="485775" y="302514"/>
                </a:lnTo>
                <a:lnTo>
                  <a:pt x="179832" y="302514"/>
                </a:lnTo>
                <a:lnTo>
                  <a:pt x="176784" y="305689"/>
                </a:lnTo>
                <a:lnTo>
                  <a:pt x="176784" y="313182"/>
                </a:lnTo>
                <a:lnTo>
                  <a:pt x="179959" y="316230"/>
                </a:lnTo>
                <a:lnTo>
                  <a:pt x="489585" y="316230"/>
                </a:lnTo>
                <a:lnTo>
                  <a:pt x="492633" y="313182"/>
                </a:lnTo>
                <a:lnTo>
                  <a:pt x="492633" y="305689"/>
                </a:lnTo>
                <a:close/>
              </a:path>
              <a:path w="666114" h="783590">
                <a:moveTo>
                  <a:pt x="665734" y="178181"/>
                </a:moveTo>
                <a:lnTo>
                  <a:pt x="665099" y="176403"/>
                </a:lnTo>
                <a:lnTo>
                  <a:pt x="652018" y="163398"/>
                </a:lnTo>
                <a:lnTo>
                  <a:pt x="652018" y="195199"/>
                </a:lnTo>
                <a:lnTo>
                  <a:pt x="652018" y="769874"/>
                </a:lnTo>
                <a:lnTo>
                  <a:pt x="13589" y="769874"/>
                </a:lnTo>
                <a:lnTo>
                  <a:pt x="13589" y="13843"/>
                </a:lnTo>
                <a:lnTo>
                  <a:pt x="475488" y="13843"/>
                </a:lnTo>
                <a:lnTo>
                  <a:pt x="475488" y="192151"/>
                </a:lnTo>
                <a:lnTo>
                  <a:pt x="478663" y="195199"/>
                </a:lnTo>
                <a:lnTo>
                  <a:pt x="652018" y="195199"/>
                </a:lnTo>
                <a:lnTo>
                  <a:pt x="652018" y="163398"/>
                </a:lnTo>
                <a:lnTo>
                  <a:pt x="650621" y="162001"/>
                </a:lnTo>
                <a:lnTo>
                  <a:pt x="650621" y="181483"/>
                </a:lnTo>
                <a:lnTo>
                  <a:pt x="489331" y="181483"/>
                </a:lnTo>
                <a:lnTo>
                  <a:pt x="489331" y="20955"/>
                </a:lnTo>
                <a:lnTo>
                  <a:pt x="650621" y="181483"/>
                </a:lnTo>
                <a:lnTo>
                  <a:pt x="650621" y="162001"/>
                </a:lnTo>
                <a:lnTo>
                  <a:pt x="508863" y="20955"/>
                </a:lnTo>
                <a:lnTo>
                  <a:pt x="501713" y="13843"/>
                </a:lnTo>
                <a:lnTo>
                  <a:pt x="488569" y="762"/>
                </a:lnTo>
                <a:lnTo>
                  <a:pt x="486791" y="0"/>
                </a:lnTo>
                <a:lnTo>
                  <a:pt x="2921" y="0"/>
                </a:lnTo>
                <a:lnTo>
                  <a:pt x="0" y="3175"/>
                </a:lnTo>
                <a:lnTo>
                  <a:pt x="0" y="780542"/>
                </a:lnTo>
                <a:lnTo>
                  <a:pt x="3048" y="783590"/>
                </a:lnTo>
                <a:lnTo>
                  <a:pt x="662813" y="783590"/>
                </a:lnTo>
                <a:lnTo>
                  <a:pt x="665734" y="780542"/>
                </a:lnTo>
                <a:lnTo>
                  <a:pt x="665734" y="769874"/>
                </a:lnTo>
                <a:lnTo>
                  <a:pt x="665734" y="181483"/>
                </a:lnTo>
                <a:lnTo>
                  <a:pt x="665734" y="178181"/>
                </a:lnTo>
                <a:close/>
              </a:path>
            </a:pathLst>
          </a:custGeom>
          <a:solidFill>
            <a:srgbClr val="0766D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4749609" y="7526908"/>
            <a:ext cx="1343025" cy="202565"/>
            <a:chOff x="4749609" y="7526908"/>
            <a:chExt cx="1343025" cy="202565"/>
          </a:xfrm>
        </p:grpSpPr>
        <p:pic>
          <p:nvPicPr>
            <p:cNvPr id="24" name="object 24" descr="Template theme color options with a pointer highlighting whi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6784" y="7610299"/>
              <a:ext cx="1335532" cy="11870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751196" y="7609623"/>
              <a:ext cx="111125" cy="110489"/>
            </a:xfrm>
            <a:custGeom>
              <a:avLst/>
              <a:gdLst/>
              <a:ahLst/>
              <a:cxnLst/>
              <a:rect l="l" t="t" r="r" b="b"/>
              <a:pathLst>
                <a:path w="111125" h="110490">
                  <a:moveTo>
                    <a:pt x="0" y="110197"/>
                  </a:moveTo>
                  <a:lnTo>
                    <a:pt x="110920" y="110197"/>
                  </a:lnTo>
                  <a:lnTo>
                    <a:pt x="110920" y="0"/>
                  </a:lnTo>
                  <a:lnTo>
                    <a:pt x="0" y="0"/>
                  </a:lnTo>
                  <a:lnTo>
                    <a:pt x="0" y="110197"/>
                  </a:lnTo>
                  <a:close/>
                </a:path>
              </a:pathLst>
            </a:custGeom>
            <a:ln w="3175">
              <a:solidFill>
                <a:srgbClr val="B9C0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14188" y="7526908"/>
              <a:ext cx="750570" cy="59055"/>
            </a:xfrm>
            <a:custGeom>
              <a:avLst/>
              <a:gdLst/>
              <a:ahLst/>
              <a:cxnLst/>
              <a:rect l="l" t="t" r="r" b="b"/>
              <a:pathLst>
                <a:path w="750570" h="59054">
                  <a:moveTo>
                    <a:pt x="68199" y="0"/>
                  </a:moveTo>
                  <a:lnTo>
                    <a:pt x="0" y="0"/>
                  </a:lnTo>
                  <a:lnTo>
                    <a:pt x="34163" y="58674"/>
                  </a:lnTo>
                  <a:lnTo>
                    <a:pt x="68199" y="0"/>
                  </a:lnTo>
                  <a:close/>
                </a:path>
                <a:path w="750570" h="59054">
                  <a:moveTo>
                    <a:pt x="204597" y="0"/>
                  </a:moveTo>
                  <a:lnTo>
                    <a:pt x="136398" y="0"/>
                  </a:lnTo>
                  <a:lnTo>
                    <a:pt x="170561" y="58674"/>
                  </a:lnTo>
                  <a:lnTo>
                    <a:pt x="204597" y="0"/>
                  </a:lnTo>
                  <a:close/>
                </a:path>
                <a:path w="750570" h="59054">
                  <a:moveTo>
                    <a:pt x="340995" y="0"/>
                  </a:moveTo>
                  <a:lnTo>
                    <a:pt x="272796" y="0"/>
                  </a:lnTo>
                  <a:lnTo>
                    <a:pt x="306959" y="58674"/>
                  </a:lnTo>
                  <a:lnTo>
                    <a:pt x="340995" y="0"/>
                  </a:lnTo>
                  <a:close/>
                </a:path>
                <a:path w="750570" h="59054">
                  <a:moveTo>
                    <a:pt x="477393" y="0"/>
                  </a:moveTo>
                  <a:lnTo>
                    <a:pt x="409194" y="0"/>
                  </a:lnTo>
                  <a:lnTo>
                    <a:pt x="443230" y="58674"/>
                  </a:lnTo>
                  <a:lnTo>
                    <a:pt x="477393" y="0"/>
                  </a:lnTo>
                  <a:close/>
                </a:path>
                <a:path w="750570" h="59054">
                  <a:moveTo>
                    <a:pt x="613791" y="0"/>
                  </a:moveTo>
                  <a:lnTo>
                    <a:pt x="545592" y="0"/>
                  </a:lnTo>
                  <a:lnTo>
                    <a:pt x="579628" y="58674"/>
                  </a:lnTo>
                  <a:lnTo>
                    <a:pt x="613791" y="0"/>
                  </a:lnTo>
                  <a:close/>
                </a:path>
                <a:path w="750570" h="59054">
                  <a:moveTo>
                    <a:pt x="750189" y="0"/>
                  </a:moveTo>
                  <a:lnTo>
                    <a:pt x="681990" y="0"/>
                  </a:lnTo>
                  <a:lnTo>
                    <a:pt x="716026" y="58674"/>
                  </a:lnTo>
                  <a:lnTo>
                    <a:pt x="7501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82744" y="7983728"/>
            <a:ext cx="166116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>
                <a:latin typeface="Arial"/>
                <a:cs typeface="Arial"/>
              </a:rPr>
              <a:t>The</a:t>
            </a:r>
            <a:r>
              <a:rPr sz="1050" spc="-1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final</a:t>
            </a:r>
            <a:r>
              <a:rPr sz="1050" spc="-1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six</a:t>
            </a:r>
            <a:r>
              <a:rPr sz="1050" spc="-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in</a:t>
            </a:r>
            <a:r>
              <a:rPr sz="1050" spc="-2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the</a:t>
            </a:r>
            <a:r>
              <a:rPr sz="1050" spc="-20">
                <a:latin typeface="Arial"/>
                <a:cs typeface="Arial"/>
              </a:rPr>
              <a:t> color </a:t>
            </a:r>
            <a:r>
              <a:rPr sz="1050">
                <a:latin typeface="Arial"/>
                <a:cs typeface="Arial"/>
              </a:rPr>
              <a:t>palette </a:t>
            </a:r>
            <a:r>
              <a:rPr sz="1050" spc="-20">
                <a:latin typeface="Arial"/>
                <a:cs typeface="Arial"/>
              </a:rPr>
              <a:t>are</a:t>
            </a:r>
            <a:r>
              <a:rPr sz="1050" spc="25">
                <a:latin typeface="Arial"/>
                <a:cs typeface="Arial"/>
              </a:rPr>
              <a:t> </a:t>
            </a:r>
            <a:r>
              <a:rPr sz="1050" spc="-20">
                <a:latin typeface="Arial"/>
                <a:cs typeface="Arial"/>
              </a:rPr>
              <a:t>used</a:t>
            </a:r>
            <a:r>
              <a:rPr sz="1050" spc="1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for</a:t>
            </a:r>
            <a:r>
              <a:rPr sz="1050" spc="20">
                <a:latin typeface="Arial"/>
                <a:cs typeface="Arial"/>
              </a:rPr>
              <a:t> </a:t>
            </a:r>
            <a:r>
              <a:rPr sz="1050" spc="-25">
                <a:latin typeface="Arial"/>
                <a:cs typeface="Arial"/>
              </a:rPr>
              <a:t>shapes.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498716" y="3200273"/>
            <a:ext cx="0" cy="5976620"/>
          </a:xfrm>
          <a:custGeom>
            <a:avLst/>
            <a:gdLst/>
            <a:ahLst/>
            <a:cxnLst/>
            <a:rect l="l" t="t" r="r" b="b"/>
            <a:pathLst>
              <a:path h="5976620">
                <a:moveTo>
                  <a:pt x="0" y="0"/>
                </a:moveTo>
                <a:lnTo>
                  <a:pt x="0" y="5976378"/>
                </a:lnTo>
              </a:path>
            </a:pathLst>
          </a:custGeom>
          <a:ln w="12700">
            <a:solidFill>
              <a:srgbClr val="B9C0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7562342" y="6380098"/>
            <a:ext cx="4164965" cy="2605405"/>
            <a:chOff x="7562342" y="6380098"/>
            <a:chExt cx="4164965" cy="2605405"/>
          </a:xfrm>
        </p:grpSpPr>
        <p:sp>
          <p:nvSpPr>
            <p:cNvPr id="30" name="object 30"/>
            <p:cNvSpPr/>
            <p:nvPr/>
          </p:nvSpPr>
          <p:spPr>
            <a:xfrm>
              <a:off x="7568692" y="6386448"/>
              <a:ext cx="4152265" cy="2592705"/>
            </a:xfrm>
            <a:custGeom>
              <a:avLst/>
              <a:gdLst/>
              <a:ahLst/>
              <a:cxnLst/>
              <a:rect l="l" t="t" r="r" b="b"/>
              <a:pathLst>
                <a:path w="4152265" h="2592704">
                  <a:moveTo>
                    <a:pt x="4152265" y="0"/>
                  </a:moveTo>
                  <a:lnTo>
                    <a:pt x="0" y="0"/>
                  </a:lnTo>
                  <a:lnTo>
                    <a:pt x="0" y="2592704"/>
                  </a:lnTo>
                  <a:lnTo>
                    <a:pt x="4152265" y="2592704"/>
                  </a:lnTo>
                  <a:lnTo>
                    <a:pt x="4152265" y="0"/>
                  </a:lnTo>
                  <a:close/>
                </a:path>
              </a:pathLst>
            </a:custGeom>
            <a:solidFill>
              <a:srgbClr val="001F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68692" y="6386448"/>
              <a:ext cx="4152265" cy="2592705"/>
            </a:xfrm>
            <a:custGeom>
              <a:avLst/>
              <a:gdLst/>
              <a:ahLst/>
              <a:cxnLst/>
              <a:rect l="l" t="t" r="r" b="b"/>
              <a:pathLst>
                <a:path w="4152265" h="2592704">
                  <a:moveTo>
                    <a:pt x="0" y="2592704"/>
                  </a:moveTo>
                  <a:lnTo>
                    <a:pt x="4152265" y="2592704"/>
                  </a:lnTo>
                  <a:lnTo>
                    <a:pt x="4152265" y="0"/>
                  </a:lnTo>
                  <a:lnTo>
                    <a:pt x="0" y="0"/>
                  </a:lnTo>
                  <a:lnTo>
                    <a:pt x="0" y="2592704"/>
                  </a:lnTo>
                  <a:close/>
                </a:path>
              </a:pathLst>
            </a:custGeom>
            <a:ln w="12700">
              <a:solidFill>
                <a:srgbClr val="001F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868031" y="6922007"/>
              <a:ext cx="584835" cy="584835"/>
            </a:xfrm>
            <a:custGeom>
              <a:avLst/>
              <a:gdLst/>
              <a:ahLst/>
              <a:cxnLst/>
              <a:rect l="l" t="t" r="r" b="b"/>
              <a:pathLst>
                <a:path w="584834" h="584834">
                  <a:moveTo>
                    <a:pt x="292353" y="0"/>
                  </a:moveTo>
                  <a:lnTo>
                    <a:pt x="244943" y="3827"/>
                  </a:lnTo>
                  <a:lnTo>
                    <a:pt x="199965" y="14909"/>
                  </a:lnTo>
                  <a:lnTo>
                    <a:pt x="158020" y="32644"/>
                  </a:lnTo>
                  <a:lnTo>
                    <a:pt x="119713" y="56428"/>
                  </a:lnTo>
                  <a:lnTo>
                    <a:pt x="85645" y="85661"/>
                  </a:lnTo>
                  <a:lnTo>
                    <a:pt x="56420" y="119740"/>
                  </a:lnTo>
                  <a:lnTo>
                    <a:pt x="32640" y="158064"/>
                  </a:lnTo>
                  <a:lnTo>
                    <a:pt x="14908" y="200030"/>
                  </a:lnTo>
                  <a:lnTo>
                    <a:pt x="3827" y="245036"/>
                  </a:lnTo>
                  <a:lnTo>
                    <a:pt x="0" y="292481"/>
                  </a:lnTo>
                  <a:lnTo>
                    <a:pt x="3827" y="339891"/>
                  </a:lnTo>
                  <a:lnTo>
                    <a:pt x="14908" y="384869"/>
                  </a:lnTo>
                  <a:lnTo>
                    <a:pt x="32640" y="426814"/>
                  </a:lnTo>
                  <a:lnTo>
                    <a:pt x="56420" y="465121"/>
                  </a:lnTo>
                  <a:lnTo>
                    <a:pt x="85645" y="499189"/>
                  </a:lnTo>
                  <a:lnTo>
                    <a:pt x="119713" y="528414"/>
                  </a:lnTo>
                  <a:lnTo>
                    <a:pt x="158020" y="552194"/>
                  </a:lnTo>
                  <a:lnTo>
                    <a:pt x="199965" y="569926"/>
                  </a:lnTo>
                  <a:lnTo>
                    <a:pt x="244943" y="581007"/>
                  </a:lnTo>
                  <a:lnTo>
                    <a:pt x="292353" y="584835"/>
                  </a:lnTo>
                  <a:lnTo>
                    <a:pt x="339795" y="581007"/>
                  </a:lnTo>
                  <a:lnTo>
                    <a:pt x="384791" y="569926"/>
                  </a:lnTo>
                  <a:lnTo>
                    <a:pt x="426743" y="552194"/>
                  </a:lnTo>
                  <a:lnTo>
                    <a:pt x="465049" y="528414"/>
                  </a:lnTo>
                  <a:lnTo>
                    <a:pt x="499110" y="499189"/>
                  </a:lnTo>
                  <a:lnTo>
                    <a:pt x="528324" y="465121"/>
                  </a:lnTo>
                  <a:lnTo>
                    <a:pt x="552091" y="426814"/>
                  </a:lnTo>
                  <a:lnTo>
                    <a:pt x="569811" y="384869"/>
                  </a:lnTo>
                  <a:lnTo>
                    <a:pt x="580883" y="339891"/>
                  </a:lnTo>
                  <a:lnTo>
                    <a:pt x="584708" y="292481"/>
                  </a:lnTo>
                  <a:lnTo>
                    <a:pt x="580883" y="245036"/>
                  </a:lnTo>
                  <a:lnTo>
                    <a:pt x="569811" y="200030"/>
                  </a:lnTo>
                  <a:lnTo>
                    <a:pt x="552091" y="158064"/>
                  </a:lnTo>
                  <a:lnTo>
                    <a:pt x="528324" y="119740"/>
                  </a:lnTo>
                  <a:lnTo>
                    <a:pt x="499110" y="85661"/>
                  </a:lnTo>
                  <a:lnTo>
                    <a:pt x="465049" y="56428"/>
                  </a:lnTo>
                  <a:lnTo>
                    <a:pt x="426743" y="32644"/>
                  </a:lnTo>
                  <a:lnTo>
                    <a:pt x="384791" y="14909"/>
                  </a:lnTo>
                  <a:lnTo>
                    <a:pt x="339795" y="3827"/>
                  </a:lnTo>
                  <a:lnTo>
                    <a:pt x="292353" y="0"/>
                  </a:lnTo>
                  <a:close/>
                </a:path>
              </a:pathLst>
            </a:custGeom>
            <a:solidFill>
              <a:srgbClr val="33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23300" y="6922007"/>
              <a:ext cx="584835" cy="584835"/>
            </a:xfrm>
            <a:custGeom>
              <a:avLst/>
              <a:gdLst/>
              <a:ahLst/>
              <a:cxnLst/>
              <a:rect l="l" t="t" r="r" b="b"/>
              <a:pathLst>
                <a:path w="584834" h="584834">
                  <a:moveTo>
                    <a:pt x="292353" y="0"/>
                  </a:moveTo>
                  <a:lnTo>
                    <a:pt x="244912" y="3827"/>
                  </a:lnTo>
                  <a:lnTo>
                    <a:pt x="199916" y="14909"/>
                  </a:lnTo>
                  <a:lnTo>
                    <a:pt x="157964" y="32644"/>
                  </a:lnTo>
                  <a:lnTo>
                    <a:pt x="119658" y="56428"/>
                  </a:lnTo>
                  <a:lnTo>
                    <a:pt x="85597" y="85661"/>
                  </a:lnTo>
                  <a:lnTo>
                    <a:pt x="56383" y="119740"/>
                  </a:lnTo>
                  <a:lnTo>
                    <a:pt x="32616" y="158064"/>
                  </a:lnTo>
                  <a:lnTo>
                    <a:pt x="14896" y="200030"/>
                  </a:lnTo>
                  <a:lnTo>
                    <a:pt x="3824" y="245036"/>
                  </a:lnTo>
                  <a:lnTo>
                    <a:pt x="0" y="292481"/>
                  </a:lnTo>
                  <a:lnTo>
                    <a:pt x="3824" y="339891"/>
                  </a:lnTo>
                  <a:lnTo>
                    <a:pt x="14896" y="384869"/>
                  </a:lnTo>
                  <a:lnTo>
                    <a:pt x="32616" y="426814"/>
                  </a:lnTo>
                  <a:lnTo>
                    <a:pt x="56383" y="465121"/>
                  </a:lnTo>
                  <a:lnTo>
                    <a:pt x="85598" y="499189"/>
                  </a:lnTo>
                  <a:lnTo>
                    <a:pt x="119658" y="528414"/>
                  </a:lnTo>
                  <a:lnTo>
                    <a:pt x="157964" y="552194"/>
                  </a:lnTo>
                  <a:lnTo>
                    <a:pt x="199916" y="569926"/>
                  </a:lnTo>
                  <a:lnTo>
                    <a:pt x="244912" y="581007"/>
                  </a:lnTo>
                  <a:lnTo>
                    <a:pt x="292353" y="584835"/>
                  </a:lnTo>
                  <a:lnTo>
                    <a:pt x="339764" y="581007"/>
                  </a:lnTo>
                  <a:lnTo>
                    <a:pt x="384742" y="569926"/>
                  </a:lnTo>
                  <a:lnTo>
                    <a:pt x="426687" y="552194"/>
                  </a:lnTo>
                  <a:lnTo>
                    <a:pt x="464994" y="528414"/>
                  </a:lnTo>
                  <a:lnTo>
                    <a:pt x="499062" y="499189"/>
                  </a:lnTo>
                  <a:lnTo>
                    <a:pt x="528287" y="465121"/>
                  </a:lnTo>
                  <a:lnTo>
                    <a:pt x="552067" y="426814"/>
                  </a:lnTo>
                  <a:lnTo>
                    <a:pt x="569799" y="384869"/>
                  </a:lnTo>
                  <a:lnTo>
                    <a:pt x="580880" y="339891"/>
                  </a:lnTo>
                  <a:lnTo>
                    <a:pt x="584707" y="292481"/>
                  </a:lnTo>
                  <a:lnTo>
                    <a:pt x="580880" y="245036"/>
                  </a:lnTo>
                  <a:lnTo>
                    <a:pt x="569799" y="200030"/>
                  </a:lnTo>
                  <a:lnTo>
                    <a:pt x="552067" y="158064"/>
                  </a:lnTo>
                  <a:lnTo>
                    <a:pt x="528287" y="119740"/>
                  </a:lnTo>
                  <a:lnTo>
                    <a:pt x="499062" y="85661"/>
                  </a:lnTo>
                  <a:lnTo>
                    <a:pt x="464994" y="56428"/>
                  </a:lnTo>
                  <a:lnTo>
                    <a:pt x="426687" y="32644"/>
                  </a:lnTo>
                  <a:lnTo>
                    <a:pt x="384742" y="14909"/>
                  </a:lnTo>
                  <a:lnTo>
                    <a:pt x="339764" y="3827"/>
                  </a:lnTo>
                  <a:lnTo>
                    <a:pt x="292353" y="0"/>
                  </a:lnTo>
                  <a:close/>
                </a:path>
              </a:pathLst>
            </a:custGeom>
            <a:solidFill>
              <a:srgbClr val="29D5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378442" y="6922007"/>
              <a:ext cx="584835" cy="584835"/>
            </a:xfrm>
            <a:custGeom>
              <a:avLst/>
              <a:gdLst/>
              <a:ahLst/>
              <a:cxnLst/>
              <a:rect l="l" t="t" r="r" b="b"/>
              <a:pathLst>
                <a:path w="584834" h="584834">
                  <a:moveTo>
                    <a:pt x="292353" y="0"/>
                  </a:moveTo>
                  <a:lnTo>
                    <a:pt x="244943" y="3827"/>
                  </a:lnTo>
                  <a:lnTo>
                    <a:pt x="199965" y="14909"/>
                  </a:lnTo>
                  <a:lnTo>
                    <a:pt x="158020" y="32644"/>
                  </a:lnTo>
                  <a:lnTo>
                    <a:pt x="119713" y="56428"/>
                  </a:lnTo>
                  <a:lnTo>
                    <a:pt x="85645" y="85661"/>
                  </a:lnTo>
                  <a:lnTo>
                    <a:pt x="56420" y="119740"/>
                  </a:lnTo>
                  <a:lnTo>
                    <a:pt x="32640" y="158064"/>
                  </a:lnTo>
                  <a:lnTo>
                    <a:pt x="14908" y="200030"/>
                  </a:lnTo>
                  <a:lnTo>
                    <a:pt x="3827" y="245036"/>
                  </a:lnTo>
                  <a:lnTo>
                    <a:pt x="0" y="292481"/>
                  </a:lnTo>
                  <a:lnTo>
                    <a:pt x="3827" y="339891"/>
                  </a:lnTo>
                  <a:lnTo>
                    <a:pt x="14908" y="384869"/>
                  </a:lnTo>
                  <a:lnTo>
                    <a:pt x="32640" y="426814"/>
                  </a:lnTo>
                  <a:lnTo>
                    <a:pt x="56420" y="465121"/>
                  </a:lnTo>
                  <a:lnTo>
                    <a:pt x="85645" y="499189"/>
                  </a:lnTo>
                  <a:lnTo>
                    <a:pt x="119713" y="528414"/>
                  </a:lnTo>
                  <a:lnTo>
                    <a:pt x="158020" y="552194"/>
                  </a:lnTo>
                  <a:lnTo>
                    <a:pt x="199965" y="569926"/>
                  </a:lnTo>
                  <a:lnTo>
                    <a:pt x="244943" y="581007"/>
                  </a:lnTo>
                  <a:lnTo>
                    <a:pt x="292353" y="584835"/>
                  </a:lnTo>
                  <a:lnTo>
                    <a:pt x="339798" y="581007"/>
                  </a:lnTo>
                  <a:lnTo>
                    <a:pt x="384804" y="569926"/>
                  </a:lnTo>
                  <a:lnTo>
                    <a:pt x="426770" y="552194"/>
                  </a:lnTo>
                  <a:lnTo>
                    <a:pt x="465094" y="528414"/>
                  </a:lnTo>
                  <a:lnTo>
                    <a:pt x="499173" y="499189"/>
                  </a:lnTo>
                  <a:lnTo>
                    <a:pt x="528406" y="465121"/>
                  </a:lnTo>
                  <a:lnTo>
                    <a:pt x="552190" y="426814"/>
                  </a:lnTo>
                  <a:lnTo>
                    <a:pt x="569925" y="384869"/>
                  </a:lnTo>
                  <a:lnTo>
                    <a:pt x="581007" y="339891"/>
                  </a:lnTo>
                  <a:lnTo>
                    <a:pt x="584834" y="292481"/>
                  </a:lnTo>
                  <a:lnTo>
                    <a:pt x="581007" y="245036"/>
                  </a:lnTo>
                  <a:lnTo>
                    <a:pt x="569925" y="200030"/>
                  </a:lnTo>
                  <a:lnTo>
                    <a:pt x="552190" y="158064"/>
                  </a:lnTo>
                  <a:lnTo>
                    <a:pt x="528406" y="119740"/>
                  </a:lnTo>
                  <a:lnTo>
                    <a:pt x="499173" y="85661"/>
                  </a:lnTo>
                  <a:lnTo>
                    <a:pt x="465094" y="56428"/>
                  </a:lnTo>
                  <a:lnTo>
                    <a:pt x="426770" y="32644"/>
                  </a:lnTo>
                  <a:lnTo>
                    <a:pt x="384804" y="14909"/>
                  </a:lnTo>
                  <a:lnTo>
                    <a:pt x="339798" y="3827"/>
                  </a:lnTo>
                  <a:lnTo>
                    <a:pt x="292353" y="0"/>
                  </a:lnTo>
                  <a:close/>
                </a:path>
              </a:pathLst>
            </a:custGeom>
            <a:solidFill>
              <a:srgbClr val="15B5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133711" y="6922007"/>
              <a:ext cx="584835" cy="584835"/>
            </a:xfrm>
            <a:custGeom>
              <a:avLst/>
              <a:gdLst/>
              <a:ahLst/>
              <a:cxnLst/>
              <a:rect l="l" t="t" r="r" b="b"/>
              <a:pathLst>
                <a:path w="584834" h="584834">
                  <a:moveTo>
                    <a:pt x="292354" y="0"/>
                  </a:moveTo>
                  <a:lnTo>
                    <a:pt x="244943" y="3827"/>
                  </a:lnTo>
                  <a:lnTo>
                    <a:pt x="199965" y="14909"/>
                  </a:lnTo>
                  <a:lnTo>
                    <a:pt x="158020" y="32644"/>
                  </a:lnTo>
                  <a:lnTo>
                    <a:pt x="119713" y="56428"/>
                  </a:lnTo>
                  <a:lnTo>
                    <a:pt x="85645" y="85661"/>
                  </a:lnTo>
                  <a:lnTo>
                    <a:pt x="56420" y="119740"/>
                  </a:lnTo>
                  <a:lnTo>
                    <a:pt x="32640" y="158064"/>
                  </a:lnTo>
                  <a:lnTo>
                    <a:pt x="14908" y="200030"/>
                  </a:lnTo>
                  <a:lnTo>
                    <a:pt x="3827" y="245036"/>
                  </a:lnTo>
                  <a:lnTo>
                    <a:pt x="0" y="292481"/>
                  </a:lnTo>
                  <a:lnTo>
                    <a:pt x="3827" y="339891"/>
                  </a:lnTo>
                  <a:lnTo>
                    <a:pt x="14908" y="384869"/>
                  </a:lnTo>
                  <a:lnTo>
                    <a:pt x="32640" y="426814"/>
                  </a:lnTo>
                  <a:lnTo>
                    <a:pt x="56420" y="465121"/>
                  </a:lnTo>
                  <a:lnTo>
                    <a:pt x="85645" y="499189"/>
                  </a:lnTo>
                  <a:lnTo>
                    <a:pt x="119713" y="528414"/>
                  </a:lnTo>
                  <a:lnTo>
                    <a:pt x="158020" y="552194"/>
                  </a:lnTo>
                  <a:lnTo>
                    <a:pt x="199965" y="569926"/>
                  </a:lnTo>
                  <a:lnTo>
                    <a:pt x="244943" y="581007"/>
                  </a:lnTo>
                  <a:lnTo>
                    <a:pt x="292354" y="584835"/>
                  </a:lnTo>
                  <a:lnTo>
                    <a:pt x="339795" y="581007"/>
                  </a:lnTo>
                  <a:lnTo>
                    <a:pt x="384791" y="569926"/>
                  </a:lnTo>
                  <a:lnTo>
                    <a:pt x="426743" y="552194"/>
                  </a:lnTo>
                  <a:lnTo>
                    <a:pt x="465049" y="528414"/>
                  </a:lnTo>
                  <a:lnTo>
                    <a:pt x="499110" y="499189"/>
                  </a:lnTo>
                  <a:lnTo>
                    <a:pt x="528324" y="465121"/>
                  </a:lnTo>
                  <a:lnTo>
                    <a:pt x="552091" y="426814"/>
                  </a:lnTo>
                  <a:lnTo>
                    <a:pt x="569811" y="384869"/>
                  </a:lnTo>
                  <a:lnTo>
                    <a:pt x="580883" y="339891"/>
                  </a:lnTo>
                  <a:lnTo>
                    <a:pt x="584708" y="292481"/>
                  </a:lnTo>
                  <a:lnTo>
                    <a:pt x="580883" y="245036"/>
                  </a:lnTo>
                  <a:lnTo>
                    <a:pt x="569811" y="200030"/>
                  </a:lnTo>
                  <a:lnTo>
                    <a:pt x="552091" y="158064"/>
                  </a:lnTo>
                  <a:lnTo>
                    <a:pt x="528324" y="119740"/>
                  </a:lnTo>
                  <a:lnTo>
                    <a:pt x="499110" y="85661"/>
                  </a:lnTo>
                  <a:lnTo>
                    <a:pt x="465049" y="56428"/>
                  </a:lnTo>
                  <a:lnTo>
                    <a:pt x="426743" y="32644"/>
                  </a:lnTo>
                  <a:lnTo>
                    <a:pt x="384791" y="14909"/>
                  </a:lnTo>
                  <a:lnTo>
                    <a:pt x="339795" y="3827"/>
                  </a:lnTo>
                  <a:lnTo>
                    <a:pt x="292354" y="0"/>
                  </a:lnTo>
                  <a:close/>
                </a:path>
              </a:pathLst>
            </a:custGeom>
            <a:solidFill>
              <a:srgbClr val="6C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12490068" y="6380098"/>
            <a:ext cx="4164965" cy="2605405"/>
            <a:chOff x="12490068" y="6380098"/>
            <a:chExt cx="4164965" cy="2605405"/>
          </a:xfrm>
        </p:grpSpPr>
        <p:sp>
          <p:nvSpPr>
            <p:cNvPr id="37" name="object 37"/>
            <p:cNvSpPr/>
            <p:nvPr/>
          </p:nvSpPr>
          <p:spPr>
            <a:xfrm>
              <a:off x="12496418" y="6386448"/>
              <a:ext cx="4152265" cy="2592705"/>
            </a:xfrm>
            <a:custGeom>
              <a:avLst/>
              <a:gdLst/>
              <a:ahLst/>
              <a:cxnLst/>
              <a:rect l="l" t="t" r="r" b="b"/>
              <a:pathLst>
                <a:path w="4152265" h="2592704">
                  <a:moveTo>
                    <a:pt x="0" y="2592704"/>
                  </a:moveTo>
                  <a:lnTo>
                    <a:pt x="4152265" y="2592704"/>
                  </a:lnTo>
                  <a:lnTo>
                    <a:pt x="4152265" y="0"/>
                  </a:lnTo>
                  <a:lnTo>
                    <a:pt x="0" y="0"/>
                  </a:lnTo>
                  <a:lnTo>
                    <a:pt x="0" y="2592704"/>
                  </a:lnTo>
                  <a:close/>
                </a:path>
              </a:pathLst>
            </a:custGeom>
            <a:ln w="12700">
              <a:solidFill>
                <a:srgbClr val="B9C0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2769722" y="6922007"/>
              <a:ext cx="584835" cy="584835"/>
            </a:xfrm>
            <a:custGeom>
              <a:avLst/>
              <a:gdLst/>
              <a:ahLst/>
              <a:cxnLst/>
              <a:rect l="l" t="t" r="r" b="b"/>
              <a:pathLst>
                <a:path w="584834" h="584834">
                  <a:moveTo>
                    <a:pt x="292353" y="0"/>
                  </a:moveTo>
                  <a:lnTo>
                    <a:pt x="244943" y="3827"/>
                  </a:lnTo>
                  <a:lnTo>
                    <a:pt x="199965" y="14909"/>
                  </a:lnTo>
                  <a:lnTo>
                    <a:pt x="158020" y="32644"/>
                  </a:lnTo>
                  <a:lnTo>
                    <a:pt x="119713" y="56428"/>
                  </a:lnTo>
                  <a:lnTo>
                    <a:pt x="85645" y="85661"/>
                  </a:lnTo>
                  <a:lnTo>
                    <a:pt x="56420" y="119740"/>
                  </a:lnTo>
                  <a:lnTo>
                    <a:pt x="32640" y="158064"/>
                  </a:lnTo>
                  <a:lnTo>
                    <a:pt x="14908" y="200030"/>
                  </a:lnTo>
                  <a:lnTo>
                    <a:pt x="3827" y="245036"/>
                  </a:lnTo>
                  <a:lnTo>
                    <a:pt x="0" y="292481"/>
                  </a:lnTo>
                  <a:lnTo>
                    <a:pt x="3827" y="339891"/>
                  </a:lnTo>
                  <a:lnTo>
                    <a:pt x="14908" y="384869"/>
                  </a:lnTo>
                  <a:lnTo>
                    <a:pt x="32640" y="426814"/>
                  </a:lnTo>
                  <a:lnTo>
                    <a:pt x="56420" y="465121"/>
                  </a:lnTo>
                  <a:lnTo>
                    <a:pt x="85645" y="499189"/>
                  </a:lnTo>
                  <a:lnTo>
                    <a:pt x="119713" y="528414"/>
                  </a:lnTo>
                  <a:lnTo>
                    <a:pt x="158020" y="552194"/>
                  </a:lnTo>
                  <a:lnTo>
                    <a:pt x="199965" y="569926"/>
                  </a:lnTo>
                  <a:lnTo>
                    <a:pt x="244943" y="581007"/>
                  </a:lnTo>
                  <a:lnTo>
                    <a:pt x="292353" y="584835"/>
                  </a:lnTo>
                  <a:lnTo>
                    <a:pt x="339798" y="581007"/>
                  </a:lnTo>
                  <a:lnTo>
                    <a:pt x="384804" y="569926"/>
                  </a:lnTo>
                  <a:lnTo>
                    <a:pt x="426770" y="552194"/>
                  </a:lnTo>
                  <a:lnTo>
                    <a:pt x="465094" y="528414"/>
                  </a:lnTo>
                  <a:lnTo>
                    <a:pt x="499173" y="499189"/>
                  </a:lnTo>
                  <a:lnTo>
                    <a:pt x="528406" y="465121"/>
                  </a:lnTo>
                  <a:lnTo>
                    <a:pt x="552190" y="426814"/>
                  </a:lnTo>
                  <a:lnTo>
                    <a:pt x="569925" y="384869"/>
                  </a:lnTo>
                  <a:lnTo>
                    <a:pt x="581007" y="339891"/>
                  </a:lnTo>
                  <a:lnTo>
                    <a:pt x="584834" y="292481"/>
                  </a:lnTo>
                  <a:lnTo>
                    <a:pt x="581007" y="245036"/>
                  </a:lnTo>
                  <a:lnTo>
                    <a:pt x="569925" y="200030"/>
                  </a:lnTo>
                  <a:lnTo>
                    <a:pt x="552190" y="158064"/>
                  </a:lnTo>
                  <a:lnTo>
                    <a:pt x="528406" y="119740"/>
                  </a:lnTo>
                  <a:lnTo>
                    <a:pt x="499173" y="85661"/>
                  </a:lnTo>
                  <a:lnTo>
                    <a:pt x="465094" y="56428"/>
                  </a:lnTo>
                  <a:lnTo>
                    <a:pt x="426770" y="32644"/>
                  </a:lnTo>
                  <a:lnTo>
                    <a:pt x="384804" y="14909"/>
                  </a:lnTo>
                  <a:lnTo>
                    <a:pt x="339798" y="3827"/>
                  </a:lnTo>
                  <a:lnTo>
                    <a:pt x="292353" y="0"/>
                  </a:lnTo>
                  <a:close/>
                </a:path>
              </a:pathLst>
            </a:custGeom>
            <a:solidFill>
              <a:srgbClr val="076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24991" y="6922007"/>
              <a:ext cx="584835" cy="584835"/>
            </a:xfrm>
            <a:custGeom>
              <a:avLst/>
              <a:gdLst/>
              <a:ahLst/>
              <a:cxnLst/>
              <a:rect l="l" t="t" r="r" b="b"/>
              <a:pathLst>
                <a:path w="584834" h="584834">
                  <a:moveTo>
                    <a:pt x="292353" y="0"/>
                  </a:moveTo>
                  <a:lnTo>
                    <a:pt x="244943" y="3827"/>
                  </a:lnTo>
                  <a:lnTo>
                    <a:pt x="199965" y="14909"/>
                  </a:lnTo>
                  <a:lnTo>
                    <a:pt x="158020" y="32644"/>
                  </a:lnTo>
                  <a:lnTo>
                    <a:pt x="119713" y="56428"/>
                  </a:lnTo>
                  <a:lnTo>
                    <a:pt x="85645" y="85661"/>
                  </a:lnTo>
                  <a:lnTo>
                    <a:pt x="56420" y="119740"/>
                  </a:lnTo>
                  <a:lnTo>
                    <a:pt x="32640" y="158064"/>
                  </a:lnTo>
                  <a:lnTo>
                    <a:pt x="14908" y="200030"/>
                  </a:lnTo>
                  <a:lnTo>
                    <a:pt x="3827" y="245036"/>
                  </a:lnTo>
                  <a:lnTo>
                    <a:pt x="0" y="292481"/>
                  </a:lnTo>
                  <a:lnTo>
                    <a:pt x="3827" y="339891"/>
                  </a:lnTo>
                  <a:lnTo>
                    <a:pt x="14908" y="384869"/>
                  </a:lnTo>
                  <a:lnTo>
                    <a:pt x="32640" y="426814"/>
                  </a:lnTo>
                  <a:lnTo>
                    <a:pt x="56420" y="465121"/>
                  </a:lnTo>
                  <a:lnTo>
                    <a:pt x="85645" y="499189"/>
                  </a:lnTo>
                  <a:lnTo>
                    <a:pt x="119713" y="528414"/>
                  </a:lnTo>
                  <a:lnTo>
                    <a:pt x="158020" y="552194"/>
                  </a:lnTo>
                  <a:lnTo>
                    <a:pt x="199965" y="569926"/>
                  </a:lnTo>
                  <a:lnTo>
                    <a:pt x="244943" y="581007"/>
                  </a:lnTo>
                  <a:lnTo>
                    <a:pt x="292353" y="584835"/>
                  </a:lnTo>
                  <a:lnTo>
                    <a:pt x="339795" y="581007"/>
                  </a:lnTo>
                  <a:lnTo>
                    <a:pt x="384791" y="569926"/>
                  </a:lnTo>
                  <a:lnTo>
                    <a:pt x="426743" y="552194"/>
                  </a:lnTo>
                  <a:lnTo>
                    <a:pt x="465049" y="528414"/>
                  </a:lnTo>
                  <a:lnTo>
                    <a:pt x="499109" y="499189"/>
                  </a:lnTo>
                  <a:lnTo>
                    <a:pt x="528324" y="465121"/>
                  </a:lnTo>
                  <a:lnTo>
                    <a:pt x="552091" y="426814"/>
                  </a:lnTo>
                  <a:lnTo>
                    <a:pt x="569811" y="384869"/>
                  </a:lnTo>
                  <a:lnTo>
                    <a:pt x="580883" y="339891"/>
                  </a:lnTo>
                  <a:lnTo>
                    <a:pt x="584707" y="292481"/>
                  </a:lnTo>
                  <a:lnTo>
                    <a:pt x="580883" y="245036"/>
                  </a:lnTo>
                  <a:lnTo>
                    <a:pt x="569811" y="200030"/>
                  </a:lnTo>
                  <a:lnTo>
                    <a:pt x="552091" y="158064"/>
                  </a:lnTo>
                  <a:lnTo>
                    <a:pt x="528324" y="119740"/>
                  </a:lnTo>
                  <a:lnTo>
                    <a:pt x="499109" y="85661"/>
                  </a:lnTo>
                  <a:lnTo>
                    <a:pt x="465049" y="56428"/>
                  </a:lnTo>
                  <a:lnTo>
                    <a:pt x="426743" y="32644"/>
                  </a:lnTo>
                  <a:lnTo>
                    <a:pt x="384791" y="14909"/>
                  </a:lnTo>
                  <a:lnTo>
                    <a:pt x="339795" y="3827"/>
                  </a:lnTo>
                  <a:lnTo>
                    <a:pt x="292353" y="0"/>
                  </a:lnTo>
                  <a:close/>
                </a:path>
              </a:pathLst>
            </a:custGeom>
            <a:solidFill>
              <a:srgbClr val="439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280133" y="6922007"/>
              <a:ext cx="584835" cy="584835"/>
            </a:xfrm>
            <a:custGeom>
              <a:avLst/>
              <a:gdLst/>
              <a:ahLst/>
              <a:cxnLst/>
              <a:rect l="l" t="t" r="r" b="b"/>
              <a:pathLst>
                <a:path w="584834" h="584834">
                  <a:moveTo>
                    <a:pt x="292480" y="0"/>
                  </a:moveTo>
                  <a:lnTo>
                    <a:pt x="245036" y="3827"/>
                  </a:lnTo>
                  <a:lnTo>
                    <a:pt x="200030" y="14909"/>
                  </a:lnTo>
                  <a:lnTo>
                    <a:pt x="158064" y="32644"/>
                  </a:lnTo>
                  <a:lnTo>
                    <a:pt x="119740" y="56428"/>
                  </a:lnTo>
                  <a:lnTo>
                    <a:pt x="85661" y="85661"/>
                  </a:lnTo>
                  <a:lnTo>
                    <a:pt x="56428" y="119740"/>
                  </a:lnTo>
                  <a:lnTo>
                    <a:pt x="32644" y="158064"/>
                  </a:lnTo>
                  <a:lnTo>
                    <a:pt x="14909" y="200030"/>
                  </a:lnTo>
                  <a:lnTo>
                    <a:pt x="3827" y="245036"/>
                  </a:lnTo>
                  <a:lnTo>
                    <a:pt x="0" y="292481"/>
                  </a:lnTo>
                  <a:lnTo>
                    <a:pt x="3827" y="339891"/>
                  </a:lnTo>
                  <a:lnTo>
                    <a:pt x="14909" y="384869"/>
                  </a:lnTo>
                  <a:lnTo>
                    <a:pt x="32644" y="426814"/>
                  </a:lnTo>
                  <a:lnTo>
                    <a:pt x="56428" y="465121"/>
                  </a:lnTo>
                  <a:lnTo>
                    <a:pt x="85661" y="499189"/>
                  </a:lnTo>
                  <a:lnTo>
                    <a:pt x="119740" y="528414"/>
                  </a:lnTo>
                  <a:lnTo>
                    <a:pt x="158064" y="552194"/>
                  </a:lnTo>
                  <a:lnTo>
                    <a:pt x="200030" y="569926"/>
                  </a:lnTo>
                  <a:lnTo>
                    <a:pt x="245036" y="581007"/>
                  </a:lnTo>
                  <a:lnTo>
                    <a:pt x="292480" y="584835"/>
                  </a:lnTo>
                  <a:lnTo>
                    <a:pt x="339891" y="581007"/>
                  </a:lnTo>
                  <a:lnTo>
                    <a:pt x="384869" y="569926"/>
                  </a:lnTo>
                  <a:lnTo>
                    <a:pt x="426814" y="552194"/>
                  </a:lnTo>
                  <a:lnTo>
                    <a:pt x="465121" y="528414"/>
                  </a:lnTo>
                  <a:lnTo>
                    <a:pt x="499189" y="499189"/>
                  </a:lnTo>
                  <a:lnTo>
                    <a:pt x="528414" y="465121"/>
                  </a:lnTo>
                  <a:lnTo>
                    <a:pt x="552194" y="426814"/>
                  </a:lnTo>
                  <a:lnTo>
                    <a:pt x="569926" y="384869"/>
                  </a:lnTo>
                  <a:lnTo>
                    <a:pt x="581007" y="339891"/>
                  </a:lnTo>
                  <a:lnTo>
                    <a:pt x="584834" y="292481"/>
                  </a:lnTo>
                  <a:lnTo>
                    <a:pt x="581007" y="245036"/>
                  </a:lnTo>
                  <a:lnTo>
                    <a:pt x="569926" y="200030"/>
                  </a:lnTo>
                  <a:lnTo>
                    <a:pt x="552194" y="158064"/>
                  </a:lnTo>
                  <a:lnTo>
                    <a:pt x="528414" y="119740"/>
                  </a:lnTo>
                  <a:lnTo>
                    <a:pt x="499189" y="85661"/>
                  </a:lnTo>
                  <a:lnTo>
                    <a:pt x="465121" y="56428"/>
                  </a:lnTo>
                  <a:lnTo>
                    <a:pt x="426814" y="32644"/>
                  </a:lnTo>
                  <a:lnTo>
                    <a:pt x="384869" y="14909"/>
                  </a:lnTo>
                  <a:lnTo>
                    <a:pt x="339891" y="3827"/>
                  </a:lnTo>
                  <a:lnTo>
                    <a:pt x="292480" y="0"/>
                  </a:lnTo>
                  <a:close/>
                </a:path>
              </a:pathLst>
            </a:custGeom>
            <a:solidFill>
              <a:srgbClr val="C4DE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035402" y="6922007"/>
              <a:ext cx="584835" cy="584835"/>
            </a:xfrm>
            <a:custGeom>
              <a:avLst/>
              <a:gdLst/>
              <a:ahLst/>
              <a:cxnLst/>
              <a:rect l="l" t="t" r="r" b="b"/>
              <a:pathLst>
                <a:path w="584834" h="584834">
                  <a:moveTo>
                    <a:pt x="292353" y="0"/>
                  </a:moveTo>
                  <a:lnTo>
                    <a:pt x="244943" y="3827"/>
                  </a:lnTo>
                  <a:lnTo>
                    <a:pt x="199965" y="14909"/>
                  </a:lnTo>
                  <a:lnTo>
                    <a:pt x="158020" y="32644"/>
                  </a:lnTo>
                  <a:lnTo>
                    <a:pt x="119713" y="56428"/>
                  </a:lnTo>
                  <a:lnTo>
                    <a:pt x="85645" y="85661"/>
                  </a:lnTo>
                  <a:lnTo>
                    <a:pt x="56420" y="119740"/>
                  </a:lnTo>
                  <a:lnTo>
                    <a:pt x="32640" y="158064"/>
                  </a:lnTo>
                  <a:lnTo>
                    <a:pt x="14908" y="200030"/>
                  </a:lnTo>
                  <a:lnTo>
                    <a:pt x="3827" y="245036"/>
                  </a:lnTo>
                  <a:lnTo>
                    <a:pt x="0" y="292481"/>
                  </a:lnTo>
                  <a:lnTo>
                    <a:pt x="3827" y="339891"/>
                  </a:lnTo>
                  <a:lnTo>
                    <a:pt x="14908" y="384869"/>
                  </a:lnTo>
                  <a:lnTo>
                    <a:pt x="32640" y="426814"/>
                  </a:lnTo>
                  <a:lnTo>
                    <a:pt x="56420" y="465121"/>
                  </a:lnTo>
                  <a:lnTo>
                    <a:pt x="85645" y="499189"/>
                  </a:lnTo>
                  <a:lnTo>
                    <a:pt x="119713" y="528414"/>
                  </a:lnTo>
                  <a:lnTo>
                    <a:pt x="158020" y="552194"/>
                  </a:lnTo>
                  <a:lnTo>
                    <a:pt x="199965" y="569926"/>
                  </a:lnTo>
                  <a:lnTo>
                    <a:pt x="244943" y="581007"/>
                  </a:lnTo>
                  <a:lnTo>
                    <a:pt x="292353" y="584835"/>
                  </a:lnTo>
                  <a:lnTo>
                    <a:pt x="339798" y="581007"/>
                  </a:lnTo>
                  <a:lnTo>
                    <a:pt x="384804" y="569926"/>
                  </a:lnTo>
                  <a:lnTo>
                    <a:pt x="426770" y="552194"/>
                  </a:lnTo>
                  <a:lnTo>
                    <a:pt x="465094" y="528414"/>
                  </a:lnTo>
                  <a:lnTo>
                    <a:pt x="499173" y="499189"/>
                  </a:lnTo>
                  <a:lnTo>
                    <a:pt x="528406" y="465121"/>
                  </a:lnTo>
                  <a:lnTo>
                    <a:pt x="552190" y="426814"/>
                  </a:lnTo>
                  <a:lnTo>
                    <a:pt x="569925" y="384869"/>
                  </a:lnTo>
                  <a:lnTo>
                    <a:pt x="581007" y="339891"/>
                  </a:lnTo>
                  <a:lnTo>
                    <a:pt x="584834" y="292481"/>
                  </a:lnTo>
                  <a:lnTo>
                    <a:pt x="581007" y="245036"/>
                  </a:lnTo>
                  <a:lnTo>
                    <a:pt x="569925" y="200030"/>
                  </a:lnTo>
                  <a:lnTo>
                    <a:pt x="552190" y="158064"/>
                  </a:lnTo>
                  <a:lnTo>
                    <a:pt x="528406" y="119740"/>
                  </a:lnTo>
                  <a:lnTo>
                    <a:pt x="499173" y="85661"/>
                  </a:lnTo>
                  <a:lnTo>
                    <a:pt x="465094" y="56428"/>
                  </a:lnTo>
                  <a:lnTo>
                    <a:pt x="426770" y="32644"/>
                  </a:lnTo>
                  <a:lnTo>
                    <a:pt x="384804" y="14909"/>
                  </a:lnTo>
                  <a:lnTo>
                    <a:pt x="339798" y="3827"/>
                  </a:lnTo>
                  <a:lnTo>
                    <a:pt x="292353" y="0"/>
                  </a:lnTo>
                  <a:close/>
                </a:path>
              </a:pathLst>
            </a:custGeom>
            <a:solidFill>
              <a:srgbClr val="032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90671" y="6922007"/>
              <a:ext cx="584708" cy="584834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7905115" y="7650226"/>
            <a:ext cx="458470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TOPIC</a:t>
            </a:r>
            <a:endParaRPr sz="1000">
              <a:latin typeface="Arial"/>
              <a:cs typeface="Arial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915"/>
              </a:spcBef>
            </a:pPr>
            <a:r>
              <a:rPr sz="1000" spc="-25">
                <a:solidFill>
                  <a:srgbClr val="B9C0C8"/>
                </a:solidFill>
                <a:latin typeface="Arial"/>
                <a:cs typeface="Arial"/>
              </a:rPr>
              <a:t>Add </a:t>
            </a:r>
            <a:r>
              <a:rPr sz="1000" spc="-10">
                <a:solidFill>
                  <a:srgbClr val="B9C0C8"/>
                </a:solidFill>
                <a:latin typeface="Arial"/>
                <a:cs typeface="Arial"/>
              </a:rPr>
              <a:t>content here.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660383" y="7650226"/>
            <a:ext cx="458470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TOPIC</a:t>
            </a:r>
            <a:endParaRPr sz="1000">
              <a:latin typeface="Arial"/>
              <a:cs typeface="Arial"/>
            </a:endParaRPr>
          </a:p>
          <a:p>
            <a:pPr marL="12065" marR="5080" indent="1270" algn="ctr">
              <a:lnSpc>
                <a:spcPct val="100000"/>
              </a:lnSpc>
              <a:spcBef>
                <a:spcPts val="915"/>
              </a:spcBef>
            </a:pPr>
            <a:r>
              <a:rPr sz="1000" spc="-25">
                <a:solidFill>
                  <a:srgbClr val="B9C0C8"/>
                </a:solidFill>
                <a:latin typeface="Arial"/>
                <a:cs typeface="Arial"/>
              </a:rPr>
              <a:t>Add </a:t>
            </a:r>
            <a:r>
              <a:rPr sz="1000" spc="-10">
                <a:solidFill>
                  <a:srgbClr val="B9C0C8"/>
                </a:solidFill>
                <a:latin typeface="Arial"/>
                <a:cs typeface="Arial"/>
              </a:rPr>
              <a:t>content here.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415653" y="7650226"/>
            <a:ext cx="458470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TOPIC</a:t>
            </a:r>
            <a:endParaRPr sz="1000">
              <a:latin typeface="Arial"/>
              <a:cs typeface="Arial"/>
            </a:endParaRPr>
          </a:p>
          <a:p>
            <a:pPr marL="12065" marR="5080" indent="1270" algn="ctr">
              <a:lnSpc>
                <a:spcPct val="100000"/>
              </a:lnSpc>
              <a:spcBef>
                <a:spcPts val="915"/>
              </a:spcBef>
            </a:pPr>
            <a:r>
              <a:rPr sz="1000" spc="-25">
                <a:solidFill>
                  <a:srgbClr val="B9C0C8"/>
                </a:solidFill>
                <a:latin typeface="Arial"/>
                <a:cs typeface="Arial"/>
              </a:rPr>
              <a:t>Add </a:t>
            </a:r>
            <a:r>
              <a:rPr sz="1000" spc="-10">
                <a:solidFill>
                  <a:srgbClr val="B9C0C8"/>
                </a:solidFill>
                <a:latin typeface="Arial"/>
                <a:cs typeface="Arial"/>
              </a:rPr>
              <a:t>content here.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969466" y="6922007"/>
            <a:ext cx="3893820" cy="2199640"/>
            <a:chOff x="7969466" y="6922007"/>
            <a:chExt cx="3893820" cy="2199640"/>
          </a:xfrm>
        </p:grpSpPr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8852" y="6922007"/>
              <a:ext cx="584835" cy="58483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76506" y="7030559"/>
              <a:ext cx="175757" cy="368333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969466" y="7016025"/>
              <a:ext cx="1080770" cy="397510"/>
            </a:xfrm>
            <a:custGeom>
              <a:avLst/>
              <a:gdLst/>
              <a:ahLst/>
              <a:cxnLst/>
              <a:rect l="l" t="t" r="r" b="b"/>
              <a:pathLst>
                <a:path w="1080770" h="397509">
                  <a:moveTo>
                    <a:pt x="196862" y="52260"/>
                  </a:moveTo>
                  <a:lnTo>
                    <a:pt x="192811" y="32169"/>
                  </a:lnTo>
                  <a:lnTo>
                    <a:pt x="192786" y="32029"/>
                  </a:lnTo>
                  <a:lnTo>
                    <a:pt x="189890" y="27724"/>
                  </a:lnTo>
                  <a:lnTo>
                    <a:pt x="189890" y="52260"/>
                  </a:lnTo>
                  <a:lnTo>
                    <a:pt x="189890" y="348754"/>
                  </a:lnTo>
                  <a:lnTo>
                    <a:pt x="186601" y="364947"/>
                  </a:lnTo>
                  <a:lnTo>
                    <a:pt x="177647" y="378218"/>
                  </a:lnTo>
                  <a:lnTo>
                    <a:pt x="164363" y="387159"/>
                  </a:lnTo>
                  <a:lnTo>
                    <a:pt x="148145" y="390448"/>
                  </a:lnTo>
                  <a:lnTo>
                    <a:pt x="131914" y="387159"/>
                  </a:lnTo>
                  <a:lnTo>
                    <a:pt x="118643" y="378218"/>
                  </a:lnTo>
                  <a:lnTo>
                    <a:pt x="109689" y="364947"/>
                  </a:lnTo>
                  <a:lnTo>
                    <a:pt x="106413" y="348754"/>
                  </a:lnTo>
                  <a:lnTo>
                    <a:pt x="106400" y="338429"/>
                  </a:lnTo>
                  <a:lnTo>
                    <a:pt x="106400" y="309168"/>
                  </a:lnTo>
                  <a:lnTo>
                    <a:pt x="104851" y="307606"/>
                  </a:lnTo>
                  <a:lnTo>
                    <a:pt x="100977" y="307606"/>
                  </a:lnTo>
                  <a:lnTo>
                    <a:pt x="99428" y="309168"/>
                  </a:lnTo>
                  <a:lnTo>
                    <a:pt x="99428" y="338429"/>
                  </a:lnTo>
                  <a:lnTo>
                    <a:pt x="94742" y="338429"/>
                  </a:lnTo>
                  <a:lnTo>
                    <a:pt x="56134" y="322427"/>
                  </a:lnTo>
                  <a:lnTo>
                    <a:pt x="40132" y="283870"/>
                  </a:lnTo>
                  <a:lnTo>
                    <a:pt x="40119" y="251396"/>
                  </a:lnTo>
                  <a:lnTo>
                    <a:pt x="40373" y="250139"/>
                  </a:lnTo>
                  <a:lnTo>
                    <a:pt x="43675" y="233832"/>
                  </a:lnTo>
                  <a:lnTo>
                    <a:pt x="53378" y="219481"/>
                  </a:lnTo>
                  <a:lnTo>
                    <a:pt x="67741" y="209791"/>
                  </a:lnTo>
                  <a:lnTo>
                    <a:pt x="85318" y="206222"/>
                  </a:lnTo>
                  <a:lnTo>
                    <a:pt x="102882" y="209791"/>
                  </a:lnTo>
                  <a:lnTo>
                    <a:pt x="117259" y="219481"/>
                  </a:lnTo>
                  <a:lnTo>
                    <a:pt x="126949" y="233832"/>
                  </a:lnTo>
                  <a:lnTo>
                    <a:pt x="130505" y="251396"/>
                  </a:lnTo>
                  <a:lnTo>
                    <a:pt x="130505" y="289547"/>
                  </a:lnTo>
                  <a:lnTo>
                    <a:pt x="132054" y="291096"/>
                  </a:lnTo>
                  <a:lnTo>
                    <a:pt x="135928" y="291096"/>
                  </a:lnTo>
                  <a:lnTo>
                    <a:pt x="137477" y="289547"/>
                  </a:lnTo>
                  <a:lnTo>
                    <a:pt x="137477" y="251396"/>
                  </a:lnTo>
                  <a:lnTo>
                    <a:pt x="133375" y="231114"/>
                  </a:lnTo>
                  <a:lnTo>
                    <a:pt x="122186" y="214541"/>
                  </a:lnTo>
                  <a:lnTo>
                    <a:pt x="109855" y="206222"/>
                  </a:lnTo>
                  <a:lnTo>
                    <a:pt x="105600" y="203365"/>
                  </a:lnTo>
                  <a:lnTo>
                    <a:pt x="85318" y="199250"/>
                  </a:lnTo>
                  <a:lnTo>
                    <a:pt x="64541" y="203365"/>
                  </a:lnTo>
                  <a:lnTo>
                    <a:pt x="64960" y="203365"/>
                  </a:lnTo>
                  <a:lnTo>
                    <a:pt x="48717" y="214134"/>
                  </a:lnTo>
                  <a:lnTo>
                    <a:pt x="37566" y="230301"/>
                  </a:lnTo>
                  <a:lnTo>
                    <a:pt x="33185" y="250139"/>
                  </a:lnTo>
                  <a:lnTo>
                    <a:pt x="21513" y="240893"/>
                  </a:lnTo>
                  <a:lnTo>
                    <a:pt x="13335" y="228434"/>
                  </a:lnTo>
                  <a:lnTo>
                    <a:pt x="8585" y="214541"/>
                  </a:lnTo>
                  <a:lnTo>
                    <a:pt x="8496" y="214134"/>
                  </a:lnTo>
                  <a:lnTo>
                    <a:pt x="6946" y="200317"/>
                  </a:lnTo>
                  <a:lnTo>
                    <a:pt x="8928" y="184556"/>
                  </a:lnTo>
                  <a:lnTo>
                    <a:pt x="37795" y="148336"/>
                  </a:lnTo>
                  <a:lnTo>
                    <a:pt x="52400" y="143256"/>
                  </a:lnTo>
                  <a:lnTo>
                    <a:pt x="94107" y="143256"/>
                  </a:lnTo>
                  <a:lnTo>
                    <a:pt x="109918" y="140068"/>
                  </a:lnTo>
                  <a:lnTo>
                    <a:pt x="110299" y="139814"/>
                  </a:lnTo>
                  <a:lnTo>
                    <a:pt x="122834" y="131343"/>
                  </a:lnTo>
                  <a:lnTo>
                    <a:pt x="131559" y="118440"/>
                  </a:lnTo>
                  <a:lnTo>
                    <a:pt x="134747" y="102641"/>
                  </a:lnTo>
                  <a:lnTo>
                    <a:pt x="134747" y="100711"/>
                  </a:lnTo>
                  <a:lnTo>
                    <a:pt x="133197" y="99148"/>
                  </a:lnTo>
                  <a:lnTo>
                    <a:pt x="129324" y="99148"/>
                  </a:lnTo>
                  <a:lnTo>
                    <a:pt x="127774" y="100711"/>
                  </a:lnTo>
                  <a:lnTo>
                    <a:pt x="127774" y="102641"/>
                  </a:lnTo>
                  <a:lnTo>
                    <a:pt x="125120" y="115735"/>
                  </a:lnTo>
                  <a:lnTo>
                    <a:pt x="117894" y="126428"/>
                  </a:lnTo>
                  <a:lnTo>
                    <a:pt x="107200" y="133642"/>
                  </a:lnTo>
                  <a:lnTo>
                    <a:pt x="94107" y="136283"/>
                  </a:lnTo>
                  <a:lnTo>
                    <a:pt x="53200" y="136283"/>
                  </a:lnTo>
                  <a:lnTo>
                    <a:pt x="46494" y="137490"/>
                  </a:lnTo>
                  <a:lnTo>
                    <a:pt x="40119" y="139814"/>
                  </a:lnTo>
                  <a:lnTo>
                    <a:pt x="40119" y="125818"/>
                  </a:lnTo>
                  <a:lnTo>
                    <a:pt x="44424" y="104533"/>
                  </a:lnTo>
                  <a:lnTo>
                    <a:pt x="56134" y="87185"/>
                  </a:lnTo>
                  <a:lnTo>
                    <a:pt x="73494" y="75476"/>
                  </a:lnTo>
                  <a:lnTo>
                    <a:pt x="94742" y="71183"/>
                  </a:lnTo>
                  <a:lnTo>
                    <a:pt x="119938" y="71183"/>
                  </a:lnTo>
                  <a:lnTo>
                    <a:pt x="121500" y="69634"/>
                  </a:lnTo>
                  <a:lnTo>
                    <a:pt x="121500" y="65773"/>
                  </a:lnTo>
                  <a:lnTo>
                    <a:pt x="119938" y="64211"/>
                  </a:lnTo>
                  <a:lnTo>
                    <a:pt x="98234" y="64211"/>
                  </a:lnTo>
                  <a:lnTo>
                    <a:pt x="98234" y="52260"/>
                  </a:lnTo>
                  <a:lnTo>
                    <a:pt x="118491" y="14478"/>
                  </a:lnTo>
                  <a:lnTo>
                    <a:pt x="143497" y="6972"/>
                  </a:lnTo>
                  <a:lnTo>
                    <a:pt x="144957" y="6972"/>
                  </a:lnTo>
                  <a:lnTo>
                    <a:pt x="184556" y="32029"/>
                  </a:lnTo>
                  <a:lnTo>
                    <a:pt x="189890" y="52260"/>
                  </a:lnTo>
                  <a:lnTo>
                    <a:pt x="189890" y="27724"/>
                  </a:lnTo>
                  <a:lnTo>
                    <a:pt x="181660" y="15468"/>
                  </a:lnTo>
                  <a:lnTo>
                    <a:pt x="169189" y="6972"/>
                  </a:lnTo>
                  <a:lnTo>
                    <a:pt x="165176" y="4241"/>
                  </a:lnTo>
                  <a:lnTo>
                    <a:pt x="145021" y="12"/>
                  </a:lnTo>
                  <a:lnTo>
                    <a:pt x="143637" y="12"/>
                  </a:lnTo>
                  <a:lnTo>
                    <a:pt x="106705" y="15189"/>
                  </a:lnTo>
                  <a:lnTo>
                    <a:pt x="95338" y="32029"/>
                  </a:lnTo>
                  <a:lnTo>
                    <a:pt x="95262" y="32169"/>
                  </a:lnTo>
                  <a:lnTo>
                    <a:pt x="92290" y="41948"/>
                  </a:lnTo>
                  <a:lnTo>
                    <a:pt x="91274" y="52260"/>
                  </a:lnTo>
                  <a:lnTo>
                    <a:pt x="91274" y="64363"/>
                  </a:lnTo>
                  <a:lnTo>
                    <a:pt x="68541" y="70116"/>
                  </a:lnTo>
                  <a:lnTo>
                    <a:pt x="50088" y="83477"/>
                  </a:lnTo>
                  <a:lnTo>
                    <a:pt x="37693" y="102641"/>
                  </a:lnTo>
                  <a:lnTo>
                    <a:pt x="33159" y="125818"/>
                  </a:lnTo>
                  <a:lnTo>
                    <a:pt x="33159" y="142684"/>
                  </a:lnTo>
                  <a:lnTo>
                    <a:pt x="18796" y="152438"/>
                  </a:lnTo>
                  <a:lnTo>
                    <a:pt x="8407" y="166636"/>
                  </a:lnTo>
                  <a:lnTo>
                    <a:pt x="2108" y="183273"/>
                  </a:lnTo>
                  <a:lnTo>
                    <a:pt x="0" y="200317"/>
                  </a:lnTo>
                  <a:lnTo>
                    <a:pt x="1955" y="217271"/>
                  </a:lnTo>
                  <a:lnTo>
                    <a:pt x="7035" y="231114"/>
                  </a:lnTo>
                  <a:lnTo>
                    <a:pt x="8077" y="233832"/>
                  </a:lnTo>
                  <a:lnTo>
                    <a:pt x="18326" y="247891"/>
                  </a:lnTo>
                  <a:lnTo>
                    <a:pt x="33159" y="257911"/>
                  </a:lnTo>
                  <a:lnTo>
                    <a:pt x="33159" y="283870"/>
                  </a:lnTo>
                  <a:lnTo>
                    <a:pt x="37973" y="307606"/>
                  </a:lnTo>
                  <a:lnTo>
                    <a:pt x="38011" y="307809"/>
                  </a:lnTo>
                  <a:lnTo>
                    <a:pt x="51231" y="327367"/>
                  </a:lnTo>
                  <a:lnTo>
                    <a:pt x="70802" y="340575"/>
                  </a:lnTo>
                  <a:lnTo>
                    <a:pt x="94767" y="345427"/>
                  </a:lnTo>
                  <a:lnTo>
                    <a:pt x="99453" y="345427"/>
                  </a:lnTo>
                  <a:lnTo>
                    <a:pt x="99453" y="348754"/>
                  </a:lnTo>
                  <a:lnTo>
                    <a:pt x="103276" y="367677"/>
                  </a:lnTo>
                  <a:lnTo>
                    <a:pt x="113728" y="383159"/>
                  </a:lnTo>
                  <a:lnTo>
                    <a:pt x="129222" y="393598"/>
                  </a:lnTo>
                  <a:lnTo>
                    <a:pt x="148170" y="397433"/>
                  </a:lnTo>
                  <a:lnTo>
                    <a:pt x="167005" y="393598"/>
                  </a:lnTo>
                  <a:lnTo>
                    <a:pt x="171754" y="390448"/>
                  </a:lnTo>
                  <a:lnTo>
                    <a:pt x="182562" y="383159"/>
                  </a:lnTo>
                  <a:lnTo>
                    <a:pt x="193027" y="367677"/>
                  </a:lnTo>
                  <a:lnTo>
                    <a:pt x="196862" y="348754"/>
                  </a:lnTo>
                  <a:lnTo>
                    <a:pt x="196862" y="52260"/>
                  </a:lnTo>
                  <a:close/>
                </a:path>
                <a:path w="1080770" h="397509">
                  <a:moveTo>
                    <a:pt x="935863" y="31076"/>
                  </a:moveTo>
                  <a:lnTo>
                    <a:pt x="935367" y="27241"/>
                  </a:lnTo>
                  <a:lnTo>
                    <a:pt x="933627" y="25895"/>
                  </a:lnTo>
                  <a:lnTo>
                    <a:pt x="931710" y="26149"/>
                  </a:lnTo>
                  <a:lnTo>
                    <a:pt x="897750" y="45631"/>
                  </a:lnTo>
                  <a:lnTo>
                    <a:pt x="890168" y="59016"/>
                  </a:lnTo>
                  <a:lnTo>
                    <a:pt x="891006" y="61074"/>
                  </a:lnTo>
                  <a:lnTo>
                    <a:pt x="893216" y="61988"/>
                  </a:lnTo>
                  <a:lnTo>
                    <a:pt x="893673" y="62090"/>
                  </a:lnTo>
                  <a:lnTo>
                    <a:pt x="894130" y="62090"/>
                  </a:lnTo>
                  <a:lnTo>
                    <a:pt x="895489" y="62090"/>
                  </a:lnTo>
                  <a:lnTo>
                    <a:pt x="896785" y="61290"/>
                  </a:lnTo>
                  <a:lnTo>
                    <a:pt x="897343" y="59956"/>
                  </a:lnTo>
                  <a:lnTo>
                    <a:pt x="903249" y="49911"/>
                  </a:lnTo>
                  <a:lnTo>
                    <a:pt x="911428" y="41821"/>
                  </a:lnTo>
                  <a:lnTo>
                    <a:pt x="921372" y="36080"/>
                  </a:lnTo>
                  <a:lnTo>
                    <a:pt x="932611" y="33070"/>
                  </a:lnTo>
                  <a:lnTo>
                    <a:pt x="934516" y="32816"/>
                  </a:lnTo>
                  <a:lnTo>
                    <a:pt x="935863" y="31076"/>
                  </a:lnTo>
                  <a:close/>
                </a:path>
                <a:path w="1080770" h="397509">
                  <a:moveTo>
                    <a:pt x="1080528" y="119735"/>
                  </a:moveTo>
                  <a:lnTo>
                    <a:pt x="1075715" y="96075"/>
                  </a:lnTo>
                  <a:lnTo>
                    <a:pt x="1062596" y="76619"/>
                  </a:lnTo>
                  <a:lnTo>
                    <a:pt x="1043178" y="63436"/>
                  </a:lnTo>
                  <a:lnTo>
                    <a:pt x="1017917" y="58597"/>
                  </a:lnTo>
                  <a:lnTo>
                    <a:pt x="1006449" y="34823"/>
                  </a:lnTo>
                  <a:lnTo>
                    <a:pt x="988479" y="16294"/>
                  </a:lnTo>
                  <a:lnTo>
                    <a:pt x="965593" y="4279"/>
                  </a:lnTo>
                  <a:lnTo>
                    <a:pt x="939419" y="0"/>
                  </a:lnTo>
                  <a:lnTo>
                    <a:pt x="907821" y="6350"/>
                  </a:lnTo>
                  <a:lnTo>
                    <a:pt x="881913" y="23672"/>
                  </a:lnTo>
                  <a:lnTo>
                    <a:pt x="864298" y="49364"/>
                  </a:lnTo>
                  <a:lnTo>
                    <a:pt x="857567" y="80848"/>
                  </a:lnTo>
                  <a:lnTo>
                    <a:pt x="840549" y="86588"/>
                  </a:lnTo>
                  <a:lnTo>
                    <a:pt x="826871" y="97675"/>
                  </a:lnTo>
                  <a:lnTo>
                    <a:pt x="817778" y="112788"/>
                  </a:lnTo>
                  <a:lnTo>
                    <a:pt x="814476" y="130606"/>
                  </a:lnTo>
                  <a:lnTo>
                    <a:pt x="818426" y="150152"/>
                  </a:lnTo>
                  <a:lnTo>
                    <a:pt x="829208" y="166141"/>
                  </a:lnTo>
                  <a:lnTo>
                    <a:pt x="845185" y="176923"/>
                  </a:lnTo>
                  <a:lnTo>
                    <a:pt x="864704" y="180873"/>
                  </a:lnTo>
                  <a:lnTo>
                    <a:pt x="877506" y="180873"/>
                  </a:lnTo>
                  <a:lnTo>
                    <a:pt x="879068" y="179324"/>
                  </a:lnTo>
                  <a:lnTo>
                    <a:pt x="879068" y="175450"/>
                  </a:lnTo>
                  <a:lnTo>
                    <a:pt x="877506" y="173901"/>
                  </a:lnTo>
                  <a:lnTo>
                    <a:pt x="864704" y="173901"/>
                  </a:lnTo>
                  <a:lnTo>
                    <a:pt x="847877" y="170497"/>
                  </a:lnTo>
                  <a:lnTo>
                    <a:pt x="834123" y="161213"/>
                  </a:lnTo>
                  <a:lnTo>
                    <a:pt x="824839" y="147447"/>
                  </a:lnTo>
                  <a:lnTo>
                    <a:pt x="821436" y="130606"/>
                  </a:lnTo>
                  <a:lnTo>
                    <a:pt x="824509" y="114668"/>
                  </a:lnTo>
                  <a:lnTo>
                    <a:pt x="832954" y="101307"/>
                  </a:lnTo>
                  <a:lnTo>
                    <a:pt x="845578" y="91808"/>
                  </a:lnTo>
                  <a:lnTo>
                    <a:pt x="861199" y="87464"/>
                  </a:lnTo>
                  <a:lnTo>
                    <a:pt x="862774" y="87350"/>
                  </a:lnTo>
                  <a:lnTo>
                    <a:pt x="864057" y="86169"/>
                  </a:lnTo>
                  <a:lnTo>
                    <a:pt x="886485" y="28956"/>
                  </a:lnTo>
                  <a:lnTo>
                    <a:pt x="939419" y="6985"/>
                  </a:lnTo>
                  <a:lnTo>
                    <a:pt x="963968" y="11099"/>
                  </a:lnTo>
                  <a:lnTo>
                    <a:pt x="985291" y="22644"/>
                  </a:lnTo>
                  <a:lnTo>
                    <a:pt x="1001801" y="40386"/>
                  </a:lnTo>
                  <a:lnTo>
                    <a:pt x="1011936" y="63093"/>
                  </a:lnTo>
                  <a:lnTo>
                    <a:pt x="1012355" y="64744"/>
                  </a:lnTo>
                  <a:lnTo>
                    <a:pt x="1013866" y="65836"/>
                  </a:lnTo>
                  <a:lnTo>
                    <a:pt x="1057668" y="81445"/>
                  </a:lnTo>
                  <a:lnTo>
                    <a:pt x="1073543" y="119735"/>
                  </a:lnTo>
                  <a:lnTo>
                    <a:pt x="1069314" y="140779"/>
                  </a:lnTo>
                  <a:lnTo>
                    <a:pt x="1057783" y="157962"/>
                  </a:lnTo>
                  <a:lnTo>
                    <a:pt x="1040676" y="169570"/>
                  </a:lnTo>
                  <a:lnTo>
                    <a:pt x="1019759" y="173901"/>
                  </a:lnTo>
                  <a:lnTo>
                    <a:pt x="1017854" y="173901"/>
                  </a:lnTo>
                  <a:lnTo>
                    <a:pt x="1016304" y="175463"/>
                  </a:lnTo>
                  <a:lnTo>
                    <a:pt x="1016304" y="179400"/>
                  </a:lnTo>
                  <a:lnTo>
                    <a:pt x="1018095" y="181013"/>
                  </a:lnTo>
                  <a:lnTo>
                    <a:pt x="1020038" y="180873"/>
                  </a:lnTo>
                  <a:lnTo>
                    <a:pt x="1043571" y="175882"/>
                  </a:lnTo>
                  <a:lnTo>
                    <a:pt x="1062799" y="162712"/>
                  </a:lnTo>
                  <a:lnTo>
                    <a:pt x="1075766" y="143344"/>
                  </a:lnTo>
                  <a:lnTo>
                    <a:pt x="1080528" y="1197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19795" y="7100896"/>
              <a:ext cx="394361" cy="31255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9539452" y="7056424"/>
              <a:ext cx="330835" cy="298450"/>
            </a:xfrm>
            <a:custGeom>
              <a:avLst/>
              <a:gdLst/>
              <a:ahLst/>
              <a:cxnLst/>
              <a:rect l="l" t="t" r="r" b="b"/>
              <a:pathLst>
                <a:path w="330834" h="298450">
                  <a:moveTo>
                    <a:pt x="46901" y="36398"/>
                  </a:moveTo>
                  <a:lnTo>
                    <a:pt x="45351" y="34836"/>
                  </a:lnTo>
                  <a:lnTo>
                    <a:pt x="43408" y="34836"/>
                  </a:lnTo>
                  <a:lnTo>
                    <a:pt x="41478" y="34836"/>
                  </a:lnTo>
                  <a:lnTo>
                    <a:pt x="39928" y="36398"/>
                  </a:lnTo>
                  <a:lnTo>
                    <a:pt x="39928" y="40589"/>
                  </a:lnTo>
                  <a:lnTo>
                    <a:pt x="41478" y="42138"/>
                  </a:lnTo>
                  <a:lnTo>
                    <a:pt x="45351" y="42138"/>
                  </a:lnTo>
                  <a:lnTo>
                    <a:pt x="46901" y="40589"/>
                  </a:lnTo>
                  <a:lnTo>
                    <a:pt x="46901" y="36398"/>
                  </a:lnTo>
                  <a:close/>
                </a:path>
                <a:path w="330834" h="298450">
                  <a:moveTo>
                    <a:pt x="75387" y="36398"/>
                  </a:moveTo>
                  <a:lnTo>
                    <a:pt x="73837" y="34836"/>
                  </a:lnTo>
                  <a:lnTo>
                    <a:pt x="71894" y="34836"/>
                  </a:lnTo>
                  <a:lnTo>
                    <a:pt x="69964" y="34836"/>
                  </a:lnTo>
                  <a:lnTo>
                    <a:pt x="68414" y="36398"/>
                  </a:lnTo>
                  <a:lnTo>
                    <a:pt x="68414" y="40589"/>
                  </a:lnTo>
                  <a:lnTo>
                    <a:pt x="69964" y="42138"/>
                  </a:lnTo>
                  <a:lnTo>
                    <a:pt x="73837" y="42138"/>
                  </a:lnTo>
                  <a:lnTo>
                    <a:pt x="75387" y="40589"/>
                  </a:lnTo>
                  <a:lnTo>
                    <a:pt x="75387" y="36398"/>
                  </a:lnTo>
                  <a:close/>
                </a:path>
                <a:path w="330834" h="298450">
                  <a:moveTo>
                    <a:pt x="103860" y="36398"/>
                  </a:moveTo>
                  <a:lnTo>
                    <a:pt x="102311" y="34836"/>
                  </a:lnTo>
                  <a:lnTo>
                    <a:pt x="100368" y="34836"/>
                  </a:lnTo>
                  <a:lnTo>
                    <a:pt x="98437" y="34836"/>
                  </a:lnTo>
                  <a:lnTo>
                    <a:pt x="96875" y="36398"/>
                  </a:lnTo>
                  <a:lnTo>
                    <a:pt x="96875" y="40589"/>
                  </a:lnTo>
                  <a:lnTo>
                    <a:pt x="98437" y="42138"/>
                  </a:lnTo>
                  <a:lnTo>
                    <a:pt x="102311" y="42138"/>
                  </a:lnTo>
                  <a:lnTo>
                    <a:pt x="103860" y="40589"/>
                  </a:lnTo>
                  <a:lnTo>
                    <a:pt x="103860" y="36398"/>
                  </a:lnTo>
                  <a:close/>
                </a:path>
                <a:path w="330834" h="298450">
                  <a:moveTo>
                    <a:pt x="330593" y="27800"/>
                  </a:moveTo>
                  <a:lnTo>
                    <a:pt x="328409" y="16992"/>
                  </a:lnTo>
                  <a:lnTo>
                    <a:pt x="323634" y="9931"/>
                  </a:lnTo>
                  <a:lnTo>
                    <a:pt x="323634" y="27800"/>
                  </a:lnTo>
                  <a:lnTo>
                    <a:pt x="323634" y="66395"/>
                  </a:lnTo>
                  <a:lnTo>
                    <a:pt x="6997" y="66395"/>
                  </a:lnTo>
                  <a:lnTo>
                    <a:pt x="6997" y="27800"/>
                  </a:lnTo>
                  <a:lnTo>
                    <a:pt x="8636" y="19697"/>
                  </a:lnTo>
                  <a:lnTo>
                    <a:pt x="13106" y="13081"/>
                  </a:lnTo>
                  <a:lnTo>
                    <a:pt x="19723" y="8610"/>
                  </a:lnTo>
                  <a:lnTo>
                    <a:pt x="27825" y="6972"/>
                  </a:lnTo>
                  <a:lnTo>
                    <a:pt x="302806" y="6972"/>
                  </a:lnTo>
                  <a:lnTo>
                    <a:pt x="310908" y="8623"/>
                  </a:lnTo>
                  <a:lnTo>
                    <a:pt x="317525" y="13081"/>
                  </a:lnTo>
                  <a:lnTo>
                    <a:pt x="321995" y="19697"/>
                  </a:lnTo>
                  <a:lnTo>
                    <a:pt x="323634" y="27800"/>
                  </a:lnTo>
                  <a:lnTo>
                    <a:pt x="323634" y="9931"/>
                  </a:lnTo>
                  <a:lnTo>
                    <a:pt x="322440" y="8166"/>
                  </a:lnTo>
                  <a:lnTo>
                    <a:pt x="320687" y="6972"/>
                  </a:lnTo>
                  <a:lnTo>
                    <a:pt x="313601" y="2197"/>
                  </a:lnTo>
                  <a:lnTo>
                    <a:pt x="302793" y="0"/>
                  </a:lnTo>
                  <a:lnTo>
                    <a:pt x="27800" y="0"/>
                  </a:lnTo>
                  <a:lnTo>
                    <a:pt x="16992" y="2197"/>
                  </a:lnTo>
                  <a:lnTo>
                    <a:pt x="8153" y="8166"/>
                  </a:lnTo>
                  <a:lnTo>
                    <a:pt x="2184" y="16992"/>
                  </a:lnTo>
                  <a:lnTo>
                    <a:pt x="0" y="27800"/>
                  </a:lnTo>
                  <a:lnTo>
                    <a:pt x="0" y="126834"/>
                  </a:lnTo>
                  <a:lnTo>
                    <a:pt x="1549" y="128384"/>
                  </a:lnTo>
                  <a:lnTo>
                    <a:pt x="5422" y="128384"/>
                  </a:lnTo>
                  <a:lnTo>
                    <a:pt x="6972" y="126834"/>
                  </a:lnTo>
                  <a:lnTo>
                    <a:pt x="6972" y="73367"/>
                  </a:lnTo>
                  <a:lnTo>
                    <a:pt x="323608" y="73367"/>
                  </a:lnTo>
                  <a:lnTo>
                    <a:pt x="323608" y="270637"/>
                  </a:lnTo>
                  <a:lnTo>
                    <a:pt x="321957" y="278726"/>
                  </a:lnTo>
                  <a:lnTo>
                    <a:pt x="317487" y="285356"/>
                  </a:lnTo>
                  <a:lnTo>
                    <a:pt x="310870" y="289814"/>
                  </a:lnTo>
                  <a:lnTo>
                    <a:pt x="302768" y="291452"/>
                  </a:lnTo>
                  <a:lnTo>
                    <a:pt x="113766" y="291452"/>
                  </a:lnTo>
                  <a:lnTo>
                    <a:pt x="112217" y="293014"/>
                  </a:lnTo>
                  <a:lnTo>
                    <a:pt x="112217" y="296875"/>
                  </a:lnTo>
                  <a:lnTo>
                    <a:pt x="113766" y="298424"/>
                  </a:lnTo>
                  <a:lnTo>
                    <a:pt x="302768" y="298424"/>
                  </a:lnTo>
                  <a:lnTo>
                    <a:pt x="313588" y="296240"/>
                  </a:lnTo>
                  <a:lnTo>
                    <a:pt x="322427" y="290283"/>
                  </a:lnTo>
                  <a:lnTo>
                    <a:pt x="328396" y="281444"/>
                  </a:lnTo>
                  <a:lnTo>
                    <a:pt x="330581" y="270637"/>
                  </a:lnTo>
                  <a:lnTo>
                    <a:pt x="330593" y="73367"/>
                  </a:lnTo>
                  <a:lnTo>
                    <a:pt x="330593" y="66395"/>
                  </a:lnTo>
                  <a:lnTo>
                    <a:pt x="330593" y="27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72353" y="7187652"/>
              <a:ext cx="311368" cy="18534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28685" y="7134451"/>
              <a:ext cx="63606" cy="23397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39696" y="7225363"/>
              <a:ext cx="63606" cy="14306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50731" y="7194250"/>
              <a:ext cx="63599" cy="17417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61742" y="7254178"/>
              <a:ext cx="63594" cy="114246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0247287" y="7033119"/>
              <a:ext cx="358775" cy="363220"/>
            </a:xfrm>
            <a:custGeom>
              <a:avLst/>
              <a:gdLst/>
              <a:ahLst/>
              <a:cxnLst/>
              <a:rect l="l" t="t" r="r" b="b"/>
              <a:pathLst>
                <a:path w="358775" h="363220">
                  <a:moveTo>
                    <a:pt x="339305" y="26085"/>
                  </a:moveTo>
                  <a:lnTo>
                    <a:pt x="337248" y="15938"/>
                  </a:lnTo>
                  <a:lnTo>
                    <a:pt x="332930" y="9537"/>
                  </a:lnTo>
                  <a:lnTo>
                    <a:pt x="332930" y="26085"/>
                  </a:lnTo>
                  <a:lnTo>
                    <a:pt x="331381" y="33743"/>
                  </a:lnTo>
                  <a:lnTo>
                    <a:pt x="327152" y="40017"/>
                  </a:lnTo>
                  <a:lnTo>
                    <a:pt x="320878" y="44246"/>
                  </a:lnTo>
                  <a:lnTo>
                    <a:pt x="313207" y="45796"/>
                  </a:lnTo>
                  <a:lnTo>
                    <a:pt x="305536" y="44246"/>
                  </a:lnTo>
                  <a:lnTo>
                    <a:pt x="299262" y="40017"/>
                  </a:lnTo>
                  <a:lnTo>
                    <a:pt x="295033" y="33743"/>
                  </a:lnTo>
                  <a:lnTo>
                    <a:pt x="293471" y="26085"/>
                  </a:lnTo>
                  <a:lnTo>
                    <a:pt x="295033" y="18415"/>
                  </a:lnTo>
                  <a:lnTo>
                    <a:pt x="299262" y="12153"/>
                  </a:lnTo>
                  <a:lnTo>
                    <a:pt x="305536" y="7924"/>
                  </a:lnTo>
                  <a:lnTo>
                    <a:pt x="313207" y="6375"/>
                  </a:lnTo>
                  <a:lnTo>
                    <a:pt x="320878" y="7924"/>
                  </a:lnTo>
                  <a:lnTo>
                    <a:pt x="327152" y="12153"/>
                  </a:lnTo>
                  <a:lnTo>
                    <a:pt x="331381" y="18415"/>
                  </a:lnTo>
                  <a:lnTo>
                    <a:pt x="332930" y="26085"/>
                  </a:lnTo>
                  <a:lnTo>
                    <a:pt x="332930" y="9537"/>
                  </a:lnTo>
                  <a:lnTo>
                    <a:pt x="331660" y="7645"/>
                  </a:lnTo>
                  <a:lnTo>
                    <a:pt x="329768" y="6375"/>
                  </a:lnTo>
                  <a:lnTo>
                    <a:pt x="323354" y="2057"/>
                  </a:lnTo>
                  <a:lnTo>
                    <a:pt x="313207" y="0"/>
                  </a:lnTo>
                  <a:lnTo>
                    <a:pt x="303060" y="2057"/>
                  </a:lnTo>
                  <a:lnTo>
                    <a:pt x="294754" y="7645"/>
                  </a:lnTo>
                  <a:lnTo>
                    <a:pt x="289153" y="15938"/>
                  </a:lnTo>
                  <a:lnTo>
                    <a:pt x="287096" y="26085"/>
                  </a:lnTo>
                  <a:lnTo>
                    <a:pt x="287096" y="32740"/>
                  </a:lnTo>
                  <a:lnTo>
                    <a:pt x="289636" y="38811"/>
                  </a:lnTo>
                  <a:lnTo>
                    <a:pt x="293763" y="43434"/>
                  </a:lnTo>
                  <a:lnTo>
                    <a:pt x="243941" y="96253"/>
                  </a:lnTo>
                  <a:lnTo>
                    <a:pt x="243941" y="113804"/>
                  </a:lnTo>
                  <a:lnTo>
                    <a:pt x="242392" y="121475"/>
                  </a:lnTo>
                  <a:lnTo>
                    <a:pt x="238163" y="127736"/>
                  </a:lnTo>
                  <a:lnTo>
                    <a:pt x="231851" y="131978"/>
                  </a:lnTo>
                  <a:lnTo>
                    <a:pt x="224243" y="133527"/>
                  </a:lnTo>
                  <a:lnTo>
                    <a:pt x="216573" y="131978"/>
                  </a:lnTo>
                  <a:lnTo>
                    <a:pt x="210273" y="127736"/>
                  </a:lnTo>
                  <a:lnTo>
                    <a:pt x="206044" y="121475"/>
                  </a:lnTo>
                  <a:lnTo>
                    <a:pt x="204482" y="113804"/>
                  </a:lnTo>
                  <a:lnTo>
                    <a:pt x="205943" y="106641"/>
                  </a:lnTo>
                  <a:lnTo>
                    <a:pt x="206044" y="106146"/>
                  </a:lnTo>
                  <a:lnTo>
                    <a:pt x="208051" y="103174"/>
                  </a:lnTo>
                  <a:lnTo>
                    <a:pt x="210273" y="99872"/>
                  </a:lnTo>
                  <a:lnTo>
                    <a:pt x="216547" y="95643"/>
                  </a:lnTo>
                  <a:lnTo>
                    <a:pt x="224218" y="94081"/>
                  </a:lnTo>
                  <a:lnTo>
                    <a:pt x="231889" y="95643"/>
                  </a:lnTo>
                  <a:lnTo>
                    <a:pt x="238163" y="99872"/>
                  </a:lnTo>
                  <a:lnTo>
                    <a:pt x="242392" y="106146"/>
                  </a:lnTo>
                  <a:lnTo>
                    <a:pt x="243941" y="113804"/>
                  </a:lnTo>
                  <a:lnTo>
                    <a:pt x="243941" y="96253"/>
                  </a:lnTo>
                  <a:lnTo>
                    <a:pt x="243713" y="96494"/>
                  </a:lnTo>
                  <a:lnTo>
                    <a:pt x="241554" y="94081"/>
                  </a:lnTo>
                  <a:lnTo>
                    <a:pt x="238912" y="91122"/>
                  </a:lnTo>
                  <a:lnTo>
                    <a:pt x="231978" y="87706"/>
                  </a:lnTo>
                  <a:lnTo>
                    <a:pt x="224218" y="87706"/>
                  </a:lnTo>
                  <a:lnTo>
                    <a:pt x="216598" y="88836"/>
                  </a:lnTo>
                  <a:lnTo>
                    <a:pt x="209854" y="92024"/>
                  </a:lnTo>
                  <a:lnTo>
                    <a:pt x="204343" y="96913"/>
                  </a:lnTo>
                  <a:lnTo>
                    <a:pt x="200393" y="103174"/>
                  </a:lnTo>
                  <a:lnTo>
                    <a:pt x="177647" y="94081"/>
                  </a:lnTo>
                  <a:lnTo>
                    <a:pt x="162153" y="87896"/>
                  </a:lnTo>
                  <a:lnTo>
                    <a:pt x="161277" y="87896"/>
                  </a:lnTo>
                  <a:lnTo>
                    <a:pt x="161328" y="86944"/>
                  </a:lnTo>
                  <a:lnTo>
                    <a:pt x="159270" y="76796"/>
                  </a:lnTo>
                  <a:lnTo>
                    <a:pt x="154952" y="70396"/>
                  </a:lnTo>
                  <a:lnTo>
                    <a:pt x="154952" y="86944"/>
                  </a:lnTo>
                  <a:lnTo>
                    <a:pt x="153504" y="94081"/>
                  </a:lnTo>
                  <a:lnTo>
                    <a:pt x="153403" y="94602"/>
                  </a:lnTo>
                  <a:lnTo>
                    <a:pt x="149161" y="100863"/>
                  </a:lnTo>
                  <a:lnTo>
                    <a:pt x="142900" y="105092"/>
                  </a:lnTo>
                  <a:lnTo>
                    <a:pt x="135229" y="106641"/>
                  </a:lnTo>
                  <a:lnTo>
                    <a:pt x="127558" y="105092"/>
                  </a:lnTo>
                  <a:lnTo>
                    <a:pt x="121285" y="100863"/>
                  </a:lnTo>
                  <a:lnTo>
                    <a:pt x="120929" y="100355"/>
                  </a:lnTo>
                  <a:lnTo>
                    <a:pt x="117055" y="94602"/>
                  </a:lnTo>
                  <a:lnTo>
                    <a:pt x="115493" y="86944"/>
                  </a:lnTo>
                  <a:lnTo>
                    <a:pt x="117055" y="79273"/>
                  </a:lnTo>
                  <a:lnTo>
                    <a:pt x="121285" y="72999"/>
                  </a:lnTo>
                  <a:lnTo>
                    <a:pt x="127558" y="68770"/>
                  </a:lnTo>
                  <a:lnTo>
                    <a:pt x="135229" y="67221"/>
                  </a:lnTo>
                  <a:lnTo>
                    <a:pt x="142900" y="68770"/>
                  </a:lnTo>
                  <a:lnTo>
                    <a:pt x="149161" y="72999"/>
                  </a:lnTo>
                  <a:lnTo>
                    <a:pt x="153403" y="79273"/>
                  </a:lnTo>
                  <a:lnTo>
                    <a:pt x="154952" y="86944"/>
                  </a:lnTo>
                  <a:lnTo>
                    <a:pt x="154952" y="70396"/>
                  </a:lnTo>
                  <a:lnTo>
                    <a:pt x="153682" y="68503"/>
                  </a:lnTo>
                  <a:lnTo>
                    <a:pt x="151777" y="67221"/>
                  </a:lnTo>
                  <a:lnTo>
                    <a:pt x="145376" y="62903"/>
                  </a:lnTo>
                  <a:lnTo>
                    <a:pt x="135229" y="60845"/>
                  </a:lnTo>
                  <a:lnTo>
                    <a:pt x="125069" y="62903"/>
                  </a:lnTo>
                  <a:lnTo>
                    <a:pt x="116776" y="68503"/>
                  </a:lnTo>
                  <a:lnTo>
                    <a:pt x="111175" y="76796"/>
                  </a:lnTo>
                  <a:lnTo>
                    <a:pt x="109118" y="86944"/>
                  </a:lnTo>
                  <a:lnTo>
                    <a:pt x="109118" y="89471"/>
                  </a:lnTo>
                  <a:lnTo>
                    <a:pt x="109524" y="92024"/>
                  </a:lnTo>
                  <a:lnTo>
                    <a:pt x="110134" y="94081"/>
                  </a:lnTo>
                  <a:lnTo>
                    <a:pt x="110172" y="94234"/>
                  </a:lnTo>
                  <a:lnTo>
                    <a:pt x="109677" y="94602"/>
                  </a:lnTo>
                  <a:lnTo>
                    <a:pt x="66725" y="135559"/>
                  </a:lnTo>
                  <a:lnTo>
                    <a:pt x="65963" y="134594"/>
                  </a:lnTo>
                  <a:lnTo>
                    <a:pt x="65963" y="151688"/>
                  </a:lnTo>
                  <a:lnTo>
                    <a:pt x="64414" y="159359"/>
                  </a:lnTo>
                  <a:lnTo>
                    <a:pt x="60185" y="165620"/>
                  </a:lnTo>
                  <a:lnTo>
                    <a:pt x="53911" y="169849"/>
                  </a:lnTo>
                  <a:lnTo>
                    <a:pt x="46240" y="171411"/>
                  </a:lnTo>
                  <a:lnTo>
                    <a:pt x="38569" y="169849"/>
                  </a:lnTo>
                  <a:lnTo>
                    <a:pt x="32296" y="165620"/>
                  </a:lnTo>
                  <a:lnTo>
                    <a:pt x="28067" y="159359"/>
                  </a:lnTo>
                  <a:lnTo>
                    <a:pt x="26504" y="151688"/>
                  </a:lnTo>
                  <a:lnTo>
                    <a:pt x="27990" y="144360"/>
                  </a:lnTo>
                  <a:lnTo>
                    <a:pt x="46240" y="131978"/>
                  </a:lnTo>
                  <a:lnTo>
                    <a:pt x="53911" y="133527"/>
                  </a:lnTo>
                  <a:lnTo>
                    <a:pt x="56921" y="135559"/>
                  </a:lnTo>
                  <a:lnTo>
                    <a:pt x="60236" y="137845"/>
                  </a:lnTo>
                  <a:lnTo>
                    <a:pt x="64414" y="144030"/>
                  </a:lnTo>
                  <a:lnTo>
                    <a:pt x="65963" y="151688"/>
                  </a:lnTo>
                  <a:lnTo>
                    <a:pt x="65963" y="134594"/>
                  </a:lnTo>
                  <a:lnTo>
                    <a:pt x="63906" y="131978"/>
                  </a:lnTo>
                  <a:lnTo>
                    <a:pt x="61937" y="129489"/>
                  </a:lnTo>
                  <a:lnTo>
                    <a:pt x="54546" y="125577"/>
                  </a:lnTo>
                  <a:lnTo>
                    <a:pt x="46240" y="125577"/>
                  </a:lnTo>
                  <a:lnTo>
                    <a:pt x="35560" y="127736"/>
                  </a:lnTo>
                  <a:lnTo>
                    <a:pt x="35928" y="127736"/>
                  </a:lnTo>
                  <a:lnTo>
                    <a:pt x="27787" y="133235"/>
                  </a:lnTo>
                  <a:lnTo>
                    <a:pt x="22186" y="141528"/>
                  </a:lnTo>
                  <a:lnTo>
                    <a:pt x="20142" y="151688"/>
                  </a:lnTo>
                  <a:lnTo>
                    <a:pt x="22186" y="161810"/>
                  </a:lnTo>
                  <a:lnTo>
                    <a:pt x="27787" y="170103"/>
                  </a:lnTo>
                  <a:lnTo>
                    <a:pt x="36093" y="175704"/>
                  </a:lnTo>
                  <a:lnTo>
                    <a:pt x="46240" y="177761"/>
                  </a:lnTo>
                  <a:lnTo>
                    <a:pt x="56388" y="175704"/>
                  </a:lnTo>
                  <a:lnTo>
                    <a:pt x="62763" y="171411"/>
                  </a:lnTo>
                  <a:lnTo>
                    <a:pt x="64681" y="170103"/>
                  </a:lnTo>
                  <a:lnTo>
                    <a:pt x="70281" y="161810"/>
                  </a:lnTo>
                  <a:lnTo>
                    <a:pt x="72339" y="151688"/>
                  </a:lnTo>
                  <a:lnTo>
                    <a:pt x="72339" y="147929"/>
                  </a:lnTo>
                  <a:lnTo>
                    <a:pt x="71526" y="144360"/>
                  </a:lnTo>
                  <a:lnTo>
                    <a:pt x="70078" y="141109"/>
                  </a:lnTo>
                  <a:lnTo>
                    <a:pt x="70307" y="140957"/>
                  </a:lnTo>
                  <a:lnTo>
                    <a:pt x="75958" y="135559"/>
                  </a:lnTo>
                  <a:lnTo>
                    <a:pt x="112877" y="100355"/>
                  </a:lnTo>
                  <a:lnTo>
                    <a:pt x="116967" y="105524"/>
                  </a:lnTo>
                  <a:lnTo>
                    <a:pt x="122199" y="109524"/>
                  </a:lnTo>
                  <a:lnTo>
                    <a:pt x="128371" y="112102"/>
                  </a:lnTo>
                  <a:lnTo>
                    <a:pt x="135229" y="113017"/>
                  </a:lnTo>
                  <a:lnTo>
                    <a:pt x="143738" y="111594"/>
                  </a:lnTo>
                  <a:lnTo>
                    <a:pt x="160299" y="94081"/>
                  </a:lnTo>
                  <a:lnTo>
                    <a:pt x="160439" y="94081"/>
                  </a:lnTo>
                  <a:lnTo>
                    <a:pt x="198539" y="109321"/>
                  </a:lnTo>
                  <a:lnTo>
                    <a:pt x="198272" y="110782"/>
                  </a:lnTo>
                  <a:lnTo>
                    <a:pt x="198183" y="111594"/>
                  </a:lnTo>
                  <a:lnTo>
                    <a:pt x="224218" y="139903"/>
                  </a:lnTo>
                  <a:lnTo>
                    <a:pt x="234365" y="137845"/>
                  </a:lnTo>
                  <a:lnTo>
                    <a:pt x="240766" y="133527"/>
                  </a:lnTo>
                  <a:lnTo>
                    <a:pt x="242671" y="132245"/>
                  </a:lnTo>
                  <a:lnTo>
                    <a:pt x="248259" y="123952"/>
                  </a:lnTo>
                  <a:lnTo>
                    <a:pt x="250317" y="113804"/>
                  </a:lnTo>
                  <a:lnTo>
                    <a:pt x="250266" y="109321"/>
                  </a:lnTo>
                  <a:lnTo>
                    <a:pt x="249262" y="105524"/>
                  </a:lnTo>
                  <a:lnTo>
                    <a:pt x="249059" y="105092"/>
                  </a:lnTo>
                  <a:lnTo>
                    <a:pt x="247408" y="101866"/>
                  </a:lnTo>
                  <a:lnTo>
                    <a:pt x="252463" y="96494"/>
                  </a:lnTo>
                  <a:lnTo>
                    <a:pt x="298551" y="47650"/>
                  </a:lnTo>
                  <a:lnTo>
                    <a:pt x="302729" y="50482"/>
                  </a:lnTo>
                  <a:lnTo>
                    <a:pt x="307771" y="52171"/>
                  </a:lnTo>
                  <a:lnTo>
                    <a:pt x="313207" y="52171"/>
                  </a:lnTo>
                  <a:lnTo>
                    <a:pt x="323354" y="50114"/>
                  </a:lnTo>
                  <a:lnTo>
                    <a:pt x="327012" y="47650"/>
                  </a:lnTo>
                  <a:lnTo>
                    <a:pt x="329755" y="45796"/>
                  </a:lnTo>
                  <a:lnTo>
                    <a:pt x="331660" y="44513"/>
                  </a:lnTo>
                  <a:lnTo>
                    <a:pt x="337248" y="36220"/>
                  </a:lnTo>
                  <a:lnTo>
                    <a:pt x="339305" y="26085"/>
                  </a:lnTo>
                  <a:close/>
                </a:path>
                <a:path w="358775" h="363220">
                  <a:moveTo>
                    <a:pt x="358330" y="358216"/>
                  </a:moveTo>
                  <a:lnTo>
                    <a:pt x="356895" y="356793"/>
                  </a:lnTo>
                  <a:lnTo>
                    <a:pt x="1422" y="356793"/>
                  </a:lnTo>
                  <a:lnTo>
                    <a:pt x="0" y="358216"/>
                  </a:lnTo>
                  <a:lnTo>
                    <a:pt x="0" y="359981"/>
                  </a:lnTo>
                  <a:lnTo>
                    <a:pt x="0" y="361746"/>
                  </a:lnTo>
                  <a:lnTo>
                    <a:pt x="1422" y="363169"/>
                  </a:lnTo>
                  <a:lnTo>
                    <a:pt x="356895" y="363169"/>
                  </a:lnTo>
                  <a:lnTo>
                    <a:pt x="358330" y="361746"/>
                  </a:lnTo>
                  <a:lnTo>
                    <a:pt x="358330" y="358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1578716" y="8836786"/>
              <a:ext cx="284480" cy="285115"/>
            </a:xfrm>
            <a:custGeom>
              <a:avLst/>
              <a:gdLst/>
              <a:ahLst/>
              <a:cxnLst/>
              <a:rect l="l" t="t" r="r" b="b"/>
              <a:pathLst>
                <a:path w="284479" h="285115">
                  <a:moveTo>
                    <a:pt x="142239" y="0"/>
                  </a:moveTo>
                  <a:lnTo>
                    <a:pt x="97259" y="7259"/>
                  </a:lnTo>
                  <a:lnTo>
                    <a:pt x="58210" y="27472"/>
                  </a:lnTo>
                  <a:lnTo>
                    <a:pt x="27427" y="58293"/>
                  </a:lnTo>
                  <a:lnTo>
                    <a:pt x="7246" y="97373"/>
                  </a:lnTo>
                  <a:lnTo>
                    <a:pt x="0" y="142367"/>
                  </a:lnTo>
                  <a:lnTo>
                    <a:pt x="7246" y="187310"/>
                  </a:lnTo>
                  <a:lnTo>
                    <a:pt x="27427" y="226348"/>
                  </a:lnTo>
                  <a:lnTo>
                    <a:pt x="58210" y="257137"/>
                  </a:lnTo>
                  <a:lnTo>
                    <a:pt x="97259" y="277329"/>
                  </a:lnTo>
                  <a:lnTo>
                    <a:pt x="142239" y="284581"/>
                  </a:lnTo>
                  <a:lnTo>
                    <a:pt x="187220" y="277329"/>
                  </a:lnTo>
                  <a:lnTo>
                    <a:pt x="226269" y="257137"/>
                  </a:lnTo>
                  <a:lnTo>
                    <a:pt x="257052" y="226348"/>
                  </a:lnTo>
                  <a:lnTo>
                    <a:pt x="277233" y="187310"/>
                  </a:lnTo>
                  <a:lnTo>
                    <a:pt x="284479" y="142367"/>
                  </a:lnTo>
                  <a:lnTo>
                    <a:pt x="277233" y="97373"/>
                  </a:lnTo>
                  <a:lnTo>
                    <a:pt x="257052" y="58293"/>
                  </a:lnTo>
                  <a:lnTo>
                    <a:pt x="226269" y="27472"/>
                  </a:lnTo>
                  <a:lnTo>
                    <a:pt x="187220" y="7259"/>
                  </a:lnTo>
                  <a:lnTo>
                    <a:pt x="142239" y="0"/>
                  </a:lnTo>
                  <a:close/>
                </a:path>
              </a:pathLst>
            </a:custGeom>
            <a:solidFill>
              <a:srgbClr val="C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1655678" y="8913875"/>
              <a:ext cx="130810" cy="130810"/>
            </a:xfrm>
            <a:custGeom>
              <a:avLst/>
              <a:gdLst/>
              <a:ahLst/>
              <a:cxnLst/>
              <a:rect l="l" t="t" r="r" b="b"/>
              <a:pathLst>
                <a:path w="130809" h="130809">
                  <a:moveTo>
                    <a:pt x="0" y="130492"/>
                  </a:moveTo>
                  <a:lnTo>
                    <a:pt x="130555" y="0"/>
                  </a:lnTo>
                </a:path>
                <a:path w="130809" h="130809">
                  <a:moveTo>
                    <a:pt x="0" y="0"/>
                  </a:moveTo>
                  <a:lnTo>
                    <a:pt x="130555" y="130492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0170921" y="7650226"/>
            <a:ext cx="458470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TOPIC</a:t>
            </a:r>
            <a:endParaRPr sz="1000">
              <a:latin typeface="Arial"/>
              <a:cs typeface="Arial"/>
            </a:endParaRPr>
          </a:p>
          <a:p>
            <a:pPr marL="12065" marR="5080" indent="1270" algn="ctr">
              <a:lnSpc>
                <a:spcPct val="100000"/>
              </a:lnSpc>
              <a:spcBef>
                <a:spcPts val="915"/>
              </a:spcBef>
            </a:pPr>
            <a:r>
              <a:rPr sz="1000" spc="-25">
                <a:solidFill>
                  <a:srgbClr val="B9C0C8"/>
                </a:solidFill>
                <a:latin typeface="Arial"/>
                <a:cs typeface="Arial"/>
              </a:rPr>
              <a:t>Add </a:t>
            </a:r>
            <a:r>
              <a:rPr sz="1000" spc="-10">
                <a:solidFill>
                  <a:srgbClr val="B9C0C8"/>
                </a:solidFill>
                <a:latin typeface="Arial"/>
                <a:cs typeface="Arial"/>
              </a:rPr>
              <a:t>content here.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0926318" y="7650226"/>
            <a:ext cx="458470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000" b="1" spc="-10">
                <a:solidFill>
                  <a:srgbClr val="FFFFFF"/>
                </a:solidFill>
                <a:latin typeface="Arial"/>
                <a:cs typeface="Arial"/>
              </a:rPr>
              <a:t>TOPIC</a:t>
            </a:r>
            <a:endParaRPr sz="1000">
              <a:latin typeface="Arial"/>
              <a:cs typeface="Arial"/>
            </a:endParaRPr>
          </a:p>
          <a:p>
            <a:pPr marL="12065" marR="5080" indent="1270" algn="ctr">
              <a:lnSpc>
                <a:spcPct val="100000"/>
              </a:lnSpc>
              <a:spcBef>
                <a:spcPts val="915"/>
              </a:spcBef>
            </a:pPr>
            <a:r>
              <a:rPr sz="1000" spc="-25">
                <a:solidFill>
                  <a:srgbClr val="B9C0C8"/>
                </a:solidFill>
                <a:latin typeface="Arial"/>
                <a:cs typeface="Arial"/>
              </a:rPr>
              <a:t>Add </a:t>
            </a:r>
            <a:r>
              <a:rPr sz="1000" spc="-10">
                <a:solidFill>
                  <a:srgbClr val="B9C0C8"/>
                </a:solidFill>
                <a:latin typeface="Arial"/>
                <a:cs typeface="Arial"/>
              </a:rPr>
              <a:t>content here.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833095" y="7650226"/>
            <a:ext cx="458470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000" b="1" spc="-10">
                <a:latin typeface="Arial"/>
                <a:cs typeface="Arial"/>
              </a:rPr>
              <a:t>TOPIC</a:t>
            </a:r>
            <a:endParaRPr sz="1000">
              <a:latin typeface="Arial"/>
              <a:cs typeface="Arial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915"/>
              </a:spcBef>
            </a:pPr>
            <a:r>
              <a:rPr sz="1000" spc="-25">
                <a:solidFill>
                  <a:srgbClr val="7D879A"/>
                </a:solidFill>
                <a:latin typeface="Arial"/>
                <a:cs typeface="Arial"/>
              </a:rPr>
              <a:t>Add </a:t>
            </a:r>
            <a:r>
              <a:rPr sz="1000" spc="-10">
                <a:solidFill>
                  <a:srgbClr val="7D879A"/>
                </a:solidFill>
                <a:latin typeface="Arial"/>
                <a:cs typeface="Arial"/>
              </a:rPr>
              <a:t>content here.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588364" y="7650226"/>
            <a:ext cx="458470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000" b="1" spc="-10">
                <a:latin typeface="Arial"/>
                <a:cs typeface="Arial"/>
              </a:rPr>
              <a:t>TOPIC</a:t>
            </a:r>
            <a:endParaRPr sz="1000">
              <a:latin typeface="Arial"/>
              <a:cs typeface="Arial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915"/>
              </a:spcBef>
            </a:pPr>
            <a:r>
              <a:rPr sz="1000" spc="-25">
                <a:solidFill>
                  <a:srgbClr val="7D879A"/>
                </a:solidFill>
                <a:latin typeface="Arial"/>
                <a:cs typeface="Arial"/>
              </a:rPr>
              <a:t>Add </a:t>
            </a:r>
            <a:r>
              <a:rPr sz="1000" spc="-10">
                <a:solidFill>
                  <a:srgbClr val="7D879A"/>
                </a:solidFill>
                <a:latin typeface="Arial"/>
                <a:cs typeface="Arial"/>
              </a:rPr>
              <a:t>content here.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343634" y="7650226"/>
            <a:ext cx="458470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000" b="1" spc="-10">
                <a:latin typeface="Arial"/>
                <a:cs typeface="Arial"/>
              </a:rPr>
              <a:t>TOPIC</a:t>
            </a:r>
            <a:endParaRPr sz="1000">
              <a:latin typeface="Arial"/>
              <a:cs typeface="Arial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915"/>
              </a:spcBef>
            </a:pPr>
            <a:r>
              <a:rPr sz="1000" spc="-25">
                <a:solidFill>
                  <a:srgbClr val="7D879A"/>
                </a:solidFill>
                <a:latin typeface="Arial"/>
                <a:cs typeface="Arial"/>
              </a:rPr>
              <a:t>Add </a:t>
            </a:r>
            <a:r>
              <a:rPr sz="1000" spc="-10">
                <a:solidFill>
                  <a:srgbClr val="7D879A"/>
                </a:solidFill>
                <a:latin typeface="Arial"/>
                <a:cs typeface="Arial"/>
              </a:rPr>
              <a:t>content here.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5099030" y="7650226"/>
            <a:ext cx="458470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000" b="1" spc="-10">
                <a:latin typeface="Arial"/>
                <a:cs typeface="Arial"/>
              </a:rPr>
              <a:t>TOPIC</a:t>
            </a:r>
            <a:endParaRPr sz="1000">
              <a:latin typeface="Arial"/>
              <a:cs typeface="Arial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915"/>
              </a:spcBef>
            </a:pPr>
            <a:r>
              <a:rPr sz="1000" spc="-25">
                <a:solidFill>
                  <a:srgbClr val="7D879A"/>
                </a:solidFill>
                <a:latin typeface="Arial"/>
                <a:cs typeface="Arial"/>
              </a:rPr>
              <a:t>Add </a:t>
            </a:r>
            <a:r>
              <a:rPr sz="1000" spc="-10">
                <a:solidFill>
                  <a:srgbClr val="7D879A"/>
                </a:solidFill>
                <a:latin typeface="Arial"/>
                <a:cs typeface="Arial"/>
              </a:rPr>
              <a:t>content here.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854298" y="7650226"/>
            <a:ext cx="458470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000" b="1" spc="-10">
                <a:latin typeface="Arial"/>
                <a:cs typeface="Arial"/>
              </a:rPr>
              <a:t>TOPIC</a:t>
            </a:r>
            <a:endParaRPr sz="1000">
              <a:latin typeface="Arial"/>
              <a:cs typeface="Arial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915"/>
              </a:spcBef>
            </a:pPr>
            <a:r>
              <a:rPr sz="1000" spc="-25">
                <a:solidFill>
                  <a:srgbClr val="7D879A"/>
                </a:solidFill>
                <a:latin typeface="Arial"/>
                <a:cs typeface="Arial"/>
              </a:rPr>
              <a:t>Add </a:t>
            </a:r>
            <a:r>
              <a:rPr sz="1000" spc="-10">
                <a:solidFill>
                  <a:srgbClr val="7D879A"/>
                </a:solidFill>
                <a:latin typeface="Arial"/>
                <a:cs typeface="Arial"/>
              </a:rPr>
              <a:t>content here.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2871157" y="7016017"/>
            <a:ext cx="3919854" cy="2105660"/>
            <a:chOff x="12871157" y="7016017"/>
            <a:chExt cx="3919854" cy="2105660"/>
          </a:xfrm>
        </p:grpSpPr>
        <p:pic>
          <p:nvPicPr>
            <p:cNvPr id="68" name="object 6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78198" y="7030559"/>
              <a:ext cx="175757" cy="368333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2871158" y="7016026"/>
              <a:ext cx="1080770" cy="397510"/>
            </a:xfrm>
            <a:custGeom>
              <a:avLst/>
              <a:gdLst/>
              <a:ahLst/>
              <a:cxnLst/>
              <a:rect l="l" t="t" r="r" b="b"/>
              <a:pathLst>
                <a:path w="1080769" h="397509">
                  <a:moveTo>
                    <a:pt x="196862" y="52260"/>
                  </a:moveTo>
                  <a:lnTo>
                    <a:pt x="192811" y="32169"/>
                  </a:lnTo>
                  <a:lnTo>
                    <a:pt x="192786" y="32029"/>
                  </a:lnTo>
                  <a:lnTo>
                    <a:pt x="189890" y="27724"/>
                  </a:lnTo>
                  <a:lnTo>
                    <a:pt x="189890" y="52260"/>
                  </a:lnTo>
                  <a:lnTo>
                    <a:pt x="189890" y="348754"/>
                  </a:lnTo>
                  <a:lnTo>
                    <a:pt x="186601" y="364947"/>
                  </a:lnTo>
                  <a:lnTo>
                    <a:pt x="177647" y="378218"/>
                  </a:lnTo>
                  <a:lnTo>
                    <a:pt x="164363" y="387159"/>
                  </a:lnTo>
                  <a:lnTo>
                    <a:pt x="148145" y="390448"/>
                  </a:lnTo>
                  <a:lnTo>
                    <a:pt x="131914" y="387159"/>
                  </a:lnTo>
                  <a:lnTo>
                    <a:pt x="118643" y="378218"/>
                  </a:lnTo>
                  <a:lnTo>
                    <a:pt x="109689" y="364947"/>
                  </a:lnTo>
                  <a:lnTo>
                    <a:pt x="106413" y="348754"/>
                  </a:lnTo>
                  <a:lnTo>
                    <a:pt x="106400" y="338429"/>
                  </a:lnTo>
                  <a:lnTo>
                    <a:pt x="106400" y="309168"/>
                  </a:lnTo>
                  <a:lnTo>
                    <a:pt x="104851" y="307606"/>
                  </a:lnTo>
                  <a:lnTo>
                    <a:pt x="100977" y="307606"/>
                  </a:lnTo>
                  <a:lnTo>
                    <a:pt x="99428" y="309168"/>
                  </a:lnTo>
                  <a:lnTo>
                    <a:pt x="99428" y="338429"/>
                  </a:lnTo>
                  <a:lnTo>
                    <a:pt x="94742" y="338429"/>
                  </a:lnTo>
                  <a:lnTo>
                    <a:pt x="56134" y="322427"/>
                  </a:lnTo>
                  <a:lnTo>
                    <a:pt x="40132" y="283870"/>
                  </a:lnTo>
                  <a:lnTo>
                    <a:pt x="40119" y="251396"/>
                  </a:lnTo>
                  <a:lnTo>
                    <a:pt x="40373" y="250139"/>
                  </a:lnTo>
                  <a:lnTo>
                    <a:pt x="43675" y="233832"/>
                  </a:lnTo>
                  <a:lnTo>
                    <a:pt x="53378" y="219481"/>
                  </a:lnTo>
                  <a:lnTo>
                    <a:pt x="67741" y="209791"/>
                  </a:lnTo>
                  <a:lnTo>
                    <a:pt x="85318" y="206222"/>
                  </a:lnTo>
                  <a:lnTo>
                    <a:pt x="102882" y="209791"/>
                  </a:lnTo>
                  <a:lnTo>
                    <a:pt x="117259" y="219481"/>
                  </a:lnTo>
                  <a:lnTo>
                    <a:pt x="126949" y="233832"/>
                  </a:lnTo>
                  <a:lnTo>
                    <a:pt x="130505" y="251396"/>
                  </a:lnTo>
                  <a:lnTo>
                    <a:pt x="130505" y="289547"/>
                  </a:lnTo>
                  <a:lnTo>
                    <a:pt x="132054" y="291096"/>
                  </a:lnTo>
                  <a:lnTo>
                    <a:pt x="135928" y="291096"/>
                  </a:lnTo>
                  <a:lnTo>
                    <a:pt x="137477" y="289547"/>
                  </a:lnTo>
                  <a:lnTo>
                    <a:pt x="137477" y="251396"/>
                  </a:lnTo>
                  <a:lnTo>
                    <a:pt x="133375" y="231114"/>
                  </a:lnTo>
                  <a:lnTo>
                    <a:pt x="122186" y="214541"/>
                  </a:lnTo>
                  <a:lnTo>
                    <a:pt x="109855" y="206222"/>
                  </a:lnTo>
                  <a:lnTo>
                    <a:pt x="105600" y="203365"/>
                  </a:lnTo>
                  <a:lnTo>
                    <a:pt x="85318" y="199250"/>
                  </a:lnTo>
                  <a:lnTo>
                    <a:pt x="64541" y="203365"/>
                  </a:lnTo>
                  <a:lnTo>
                    <a:pt x="64960" y="203365"/>
                  </a:lnTo>
                  <a:lnTo>
                    <a:pt x="48717" y="214134"/>
                  </a:lnTo>
                  <a:lnTo>
                    <a:pt x="37566" y="230301"/>
                  </a:lnTo>
                  <a:lnTo>
                    <a:pt x="33185" y="250139"/>
                  </a:lnTo>
                  <a:lnTo>
                    <a:pt x="21513" y="240893"/>
                  </a:lnTo>
                  <a:lnTo>
                    <a:pt x="13335" y="228434"/>
                  </a:lnTo>
                  <a:lnTo>
                    <a:pt x="8585" y="214541"/>
                  </a:lnTo>
                  <a:lnTo>
                    <a:pt x="8496" y="214134"/>
                  </a:lnTo>
                  <a:lnTo>
                    <a:pt x="6946" y="200317"/>
                  </a:lnTo>
                  <a:lnTo>
                    <a:pt x="8928" y="184556"/>
                  </a:lnTo>
                  <a:lnTo>
                    <a:pt x="37795" y="148336"/>
                  </a:lnTo>
                  <a:lnTo>
                    <a:pt x="52400" y="143256"/>
                  </a:lnTo>
                  <a:lnTo>
                    <a:pt x="94107" y="143256"/>
                  </a:lnTo>
                  <a:lnTo>
                    <a:pt x="109918" y="140068"/>
                  </a:lnTo>
                  <a:lnTo>
                    <a:pt x="110299" y="139814"/>
                  </a:lnTo>
                  <a:lnTo>
                    <a:pt x="122834" y="131343"/>
                  </a:lnTo>
                  <a:lnTo>
                    <a:pt x="131559" y="118440"/>
                  </a:lnTo>
                  <a:lnTo>
                    <a:pt x="134747" y="102641"/>
                  </a:lnTo>
                  <a:lnTo>
                    <a:pt x="134747" y="100711"/>
                  </a:lnTo>
                  <a:lnTo>
                    <a:pt x="133197" y="99148"/>
                  </a:lnTo>
                  <a:lnTo>
                    <a:pt x="129324" y="99148"/>
                  </a:lnTo>
                  <a:lnTo>
                    <a:pt x="127774" y="100711"/>
                  </a:lnTo>
                  <a:lnTo>
                    <a:pt x="127774" y="102641"/>
                  </a:lnTo>
                  <a:lnTo>
                    <a:pt x="125120" y="115735"/>
                  </a:lnTo>
                  <a:lnTo>
                    <a:pt x="117894" y="126428"/>
                  </a:lnTo>
                  <a:lnTo>
                    <a:pt x="107200" y="133642"/>
                  </a:lnTo>
                  <a:lnTo>
                    <a:pt x="94107" y="136283"/>
                  </a:lnTo>
                  <a:lnTo>
                    <a:pt x="53200" y="136283"/>
                  </a:lnTo>
                  <a:lnTo>
                    <a:pt x="46494" y="137490"/>
                  </a:lnTo>
                  <a:lnTo>
                    <a:pt x="40119" y="139814"/>
                  </a:lnTo>
                  <a:lnTo>
                    <a:pt x="40119" y="125818"/>
                  </a:lnTo>
                  <a:lnTo>
                    <a:pt x="44424" y="104533"/>
                  </a:lnTo>
                  <a:lnTo>
                    <a:pt x="56134" y="87185"/>
                  </a:lnTo>
                  <a:lnTo>
                    <a:pt x="73494" y="75476"/>
                  </a:lnTo>
                  <a:lnTo>
                    <a:pt x="94742" y="71183"/>
                  </a:lnTo>
                  <a:lnTo>
                    <a:pt x="119938" y="71183"/>
                  </a:lnTo>
                  <a:lnTo>
                    <a:pt x="121488" y="69634"/>
                  </a:lnTo>
                  <a:lnTo>
                    <a:pt x="121488" y="65773"/>
                  </a:lnTo>
                  <a:lnTo>
                    <a:pt x="119938" y="64211"/>
                  </a:lnTo>
                  <a:lnTo>
                    <a:pt x="98234" y="64211"/>
                  </a:lnTo>
                  <a:lnTo>
                    <a:pt x="98234" y="52260"/>
                  </a:lnTo>
                  <a:lnTo>
                    <a:pt x="118491" y="14478"/>
                  </a:lnTo>
                  <a:lnTo>
                    <a:pt x="143497" y="6972"/>
                  </a:lnTo>
                  <a:lnTo>
                    <a:pt x="144957" y="6972"/>
                  </a:lnTo>
                  <a:lnTo>
                    <a:pt x="184556" y="32029"/>
                  </a:lnTo>
                  <a:lnTo>
                    <a:pt x="189890" y="52260"/>
                  </a:lnTo>
                  <a:lnTo>
                    <a:pt x="189890" y="27724"/>
                  </a:lnTo>
                  <a:lnTo>
                    <a:pt x="181660" y="15468"/>
                  </a:lnTo>
                  <a:lnTo>
                    <a:pt x="169189" y="6972"/>
                  </a:lnTo>
                  <a:lnTo>
                    <a:pt x="165176" y="4241"/>
                  </a:lnTo>
                  <a:lnTo>
                    <a:pt x="145021" y="12"/>
                  </a:lnTo>
                  <a:lnTo>
                    <a:pt x="143637" y="12"/>
                  </a:lnTo>
                  <a:lnTo>
                    <a:pt x="106705" y="15189"/>
                  </a:lnTo>
                  <a:lnTo>
                    <a:pt x="91274" y="52260"/>
                  </a:lnTo>
                  <a:lnTo>
                    <a:pt x="91274" y="64363"/>
                  </a:lnTo>
                  <a:lnTo>
                    <a:pt x="68541" y="70116"/>
                  </a:lnTo>
                  <a:lnTo>
                    <a:pt x="50088" y="83477"/>
                  </a:lnTo>
                  <a:lnTo>
                    <a:pt x="37693" y="102641"/>
                  </a:lnTo>
                  <a:lnTo>
                    <a:pt x="33159" y="125818"/>
                  </a:lnTo>
                  <a:lnTo>
                    <a:pt x="33159" y="142684"/>
                  </a:lnTo>
                  <a:lnTo>
                    <a:pt x="18783" y="152438"/>
                  </a:lnTo>
                  <a:lnTo>
                    <a:pt x="8407" y="166636"/>
                  </a:lnTo>
                  <a:lnTo>
                    <a:pt x="2108" y="183273"/>
                  </a:lnTo>
                  <a:lnTo>
                    <a:pt x="0" y="200317"/>
                  </a:lnTo>
                  <a:lnTo>
                    <a:pt x="1955" y="217271"/>
                  </a:lnTo>
                  <a:lnTo>
                    <a:pt x="7035" y="231114"/>
                  </a:lnTo>
                  <a:lnTo>
                    <a:pt x="8077" y="233832"/>
                  </a:lnTo>
                  <a:lnTo>
                    <a:pt x="18326" y="247891"/>
                  </a:lnTo>
                  <a:lnTo>
                    <a:pt x="33159" y="257911"/>
                  </a:lnTo>
                  <a:lnTo>
                    <a:pt x="33159" y="283870"/>
                  </a:lnTo>
                  <a:lnTo>
                    <a:pt x="37973" y="307606"/>
                  </a:lnTo>
                  <a:lnTo>
                    <a:pt x="38011" y="307809"/>
                  </a:lnTo>
                  <a:lnTo>
                    <a:pt x="51231" y="327367"/>
                  </a:lnTo>
                  <a:lnTo>
                    <a:pt x="70802" y="340575"/>
                  </a:lnTo>
                  <a:lnTo>
                    <a:pt x="94767" y="345427"/>
                  </a:lnTo>
                  <a:lnTo>
                    <a:pt x="99453" y="345427"/>
                  </a:lnTo>
                  <a:lnTo>
                    <a:pt x="99453" y="348754"/>
                  </a:lnTo>
                  <a:lnTo>
                    <a:pt x="103276" y="367677"/>
                  </a:lnTo>
                  <a:lnTo>
                    <a:pt x="113728" y="383159"/>
                  </a:lnTo>
                  <a:lnTo>
                    <a:pt x="129222" y="393598"/>
                  </a:lnTo>
                  <a:lnTo>
                    <a:pt x="148170" y="397433"/>
                  </a:lnTo>
                  <a:lnTo>
                    <a:pt x="167005" y="393598"/>
                  </a:lnTo>
                  <a:lnTo>
                    <a:pt x="171754" y="390448"/>
                  </a:lnTo>
                  <a:lnTo>
                    <a:pt x="182562" y="383159"/>
                  </a:lnTo>
                  <a:lnTo>
                    <a:pt x="193027" y="367677"/>
                  </a:lnTo>
                  <a:lnTo>
                    <a:pt x="196862" y="348754"/>
                  </a:lnTo>
                  <a:lnTo>
                    <a:pt x="196862" y="52260"/>
                  </a:lnTo>
                  <a:close/>
                </a:path>
                <a:path w="1080769" h="397509">
                  <a:moveTo>
                    <a:pt x="935990" y="31076"/>
                  </a:moveTo>
                  <a:lnTo>
                    <a:pt x="935494" y="27241"/>
                  </a:lnTo>
                  <a:lnTo>
                    <a:pt x="933754" y="25895"/>
                  </a:lnTo>
                  <a:lnTo>
                    <a:pt x="931837" y="26149"/>
                  </a:lnTo>
                  <a:lnTo>
                    <a:pt x="897877" y="45631"/>
                  </a:lnTo>
                  <a:lnTo>
                    <a:pt x="890295" y="59016"/>
                  </a:lnTo>
                  <a:lnTo>
                    <a:pt x="891133" y="61074"/>
                  </a:lnTo>
                  <a:lnTo>
                    <a:pt x="893343" y="61988"/>
                  </a:lnTo>
                  <a:lnTo>
                    <a:pt x="893800" y="62090"/>
                  </a:lnTo>
                  <a:lnTo>
                    <a:pt x="894257" y="62090"/>
                  </a:lnTo>
                  <a:lnTo>
                    <a:pt x="895616" y="62090"/>
                  </a:lnTo>
                  <a:lnTo>
                    <a:pt x="896912" y="61290"/>
                  </a:lnTo>
                  <a:lnTo>
                    <a:pt x="897470" y="59956"/>
                  </a:lnTo>
                  <a:lnTo>
                    <a:pt x="903376" y="49911"/>
                  </a:lnTo>
                  <a:lnTo>
                    <a:pt x="911555" y="41821"/>
                  </a:lnTo>
                  <a:lnTo>
                    <a:pt x="921499" y="36080"/>
                  </a:lnTo>
                  <a:lnTo>
                    <a:pt x="932738" y="33070"/>
                  </a:lnTo>
                  <a:lnTo>
                    <a:pt x="934643" y="32816"/>
                  </a:lnTo>
                  <a:lnTo>
                    <a:pt x="935990" y="31076"/>
                  </a:lnTo>
                  <a:close/>
                </a:path>
                <a:path w="1080769" h="397509">
                  <a:moveTo>
                    <a:pt x="1080655" y="119735"/>
                  </a:moveTo>
                  <a:lnTo>
                    <a:pt x="1075842" y="96075"/>
                  </a:lnTo>
                  <a:lnTo>
                    <a:pt x="1062723" y="76619"/>
                  </a:lnTo>
                  <a:lnTo>
                    <a:pt x="1043305" y="63436"/>
                  </a:lnTo>
                  <a:lnTo>
                    <a:pt x="1018044" y="58597"/>
                  </a:lnTo>
                  <a:lnTo>
                    <a:pt x="1006576" y="34823"/>
                  </a:lnTo>
                  <a:lnTo>
                    <a:pt x="988593" y="16294"/>
                  </a:lnTo>
                  <a:lnTo>
                    <a:pt x="965720" y="4279"/>
                  </a:lnTo>
                  <a:lnTo>
                    <a:pt x="939546" y="0"/>
                  </a:lnTo>
                  <a:lnTo>
                    <a:pt x="907935" y="6350"/>
                  </a:lnTo>
                  <a:lnTo>
                    <a:pt x="882040" y="23672"/>
                  </a:lnTo>
                  <a:lnTo>
                    <a:pt x="864425" y="49364"/>
                  </a:lnTo>
                  <a:lnTo>
                    <a:pt x="857694" y="80848"/>
                  </a:lnTo>
                  <a:lnTo>
                    <a:pt x="840676" y="86588"/>
                  </a:lnTo>
                  <a:lnTo>
                    <a:pt x="826998" y="97675"/>
                  </a:lnTo>
                  <a:lnTo>
                    <a:pt x="817905" y="112788"/>
                  </a:lnTo>
                  <a:lnTo>
                    <a:pt x="814603" y="130606"/>
                  </a:lnTo>
                  <a:lnTo>
                    <a:pt x="818553" y="150152"/>
                  </a:lnTo>
                  <a:lnTo>
                    <a:pt x="829335" y="166141"/>
                  </a:lnTo>
                  <a:lnTo>
                    <a:pt x="845312" y="176923"/>
                  </a:lnTo>
                  <a:lnTo>
                    <a:pt x="864831" y="180873"/>
                  </a:lnTo>
                  <a:lnTo>
                    <a:pt x="877633" y="180873"/>
                  </a:lnTo>
                  <a:lnTo>
                    <a:pt x="879195" y="179324"/>
                  </a:lnTo>
                  <a:lnTo>
                    <a:pt x="879195" y="175450"/>
                  </a:lnTo>
                  <a:lnTo>
                    <a:pt x="877633" y="173901"/>
                  </a:lnTo>
                  <a:lnTo>
                    <a:pt x="864831" y="173901"/>
                  </a:lnTo>
                  <a:lnTo>
                    <a:pt x="848004" y="170497"/>
                  </a:lnTo>
                  <a:lnTo>
                    <a:pt x="834250" y="161213"/>
                  </a:lnTo>
                  <a:lnTo>
                    <a:pt x="824966" y="147447"/>
                  </a:lnTo>
                  <a:lnTo>
                    <a:pt x="821563" y="130606"/>
                  </a:lnTo>
                  <a:lnTo>
                    <a:pt x="824636" y="114668"/>
                  </a:lnTo>
                  <a:lnTo>
                    <a:pt x="833081" y="101307"/>
                  </a:lnTo>
                  <a:lnTo>
                    <a:pt x="845705" y="91808"/>
                  </a:lnTo>
                  <a:lnTo>
                    <a:pt x="861326" y="87464"/>
                  </a:lnTo>
                  <a:lnTo>
                    <a:pt x="862901" y="87350"/>
                  </a:lnTo>
                  <a:lnTo>
                    <a:pt x="864184" y="86169"/>
                  </a:lnTo>
                  <a:lnTo>
                    <a:pt x="886612" y="28956"/>
                  </a:lnTo>
                  <a:lnTo>
                    <a:pt x="939546" y="6985"/>
                  </a:lnTo>
                  <a:lnTo>
                    <a:pt x="964095" y="11099"/>
                  </a:lnTo>
                  <a:lnTo>
                    <a:pt x="985418" y="22644"/>
                  </a:lnTo>
                  <a:lnTo>
                    <a:pt x="1001928" y="40386"/>
                  </a:lnTo>
                  <a:lnTo>
                    <a:pt x="1012063" y="63093"/>
                  </a:lnTo>
                  <a:lnTo>
                    <a:pt x="1012482" y="64744"/>
                  </a:lnTo>
                  <a:lnTo>
                    <a:pt x="1013993" y="65836"/>
                  </a:lnTo>
                  <a:lnTo>
                    <a:pt x="1057795" y="81445"/>
                  </a:lnTo>
                  <a:lnTo>
                    <a:pt x="1073670" y="119735"/>
                  </a:lnTo>
                  <a:lnTo>
                    <a:pt x="1069441" y="140779"/>
                  </a:lnTo>
                  <a:lnTo>
                    <a:pt x="1057910" y="157962"/>
                  </a:lnTo>
                  <a:lnTo>
                    <a:pt x="1040803" y="169570"/>
                  </a:lnTo>
                  <a:lnTo>
                    <a:pt x="1019886" y="173901"/>
                  </a:lnTo>
                  <a:lnTo>
                    <a:pt x="1017981" y="173901"/>
                  </a:lnTo>
                  <a:lnTo>
                    <a:pt x="1016431" y="175463"/>
                  </a:lnTo>
                  <a:lnTo>
                    <a:pt x="1016431" y="179400"/>
                  </a:lnTo>
                  <a:lnTo>
                    <a:pt x="1018222" y="181013"/>
                  </a:lnTo>
                  <a:lnTo>
                    <a:pt x="1020165" y="180873"/>
                  </a:lnTo>
                  <a:lnTo>
                    <a:pt x="1043698" y="175882"/>
                  </a:lnTo>
                  <a:lnTo>
                    <a:pt x="1062926" y="162712"/>
                  </a:lnTo>
                  <a:lnTo>
                    <a:pt x="1075893" y="143344"/>
                  </a:lnTo>
                  <a:lnTo>
                    <a:pt x="1080655" y="1197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621614" y="7100897"/>
              <a:ext cx="394361" cy="31255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4441132" y="7056425"/>
              <a:ext cx="330835" cy="298450"/>
            </a:xfrm>
            <a:custGeom>
              <a:avLst/>
              <a:gdLst/>
              <a:ahLst/>
              <a:cxnLst/>
              <a:rect l="l" t="t" r="r" b="b"/>
              <a:pathLst>
                <a:path w="330834" h="298450">
                  <a:moveTo>
                    <a:pt x="46913" y="36398"/>
                  </a:moveTo>
                  <a:lnTo>
                    <a:pt x="45351" y="34836"/>
                  </a:lnTo>
                  <a:lnTo>
                    <a:pt x="43421" y="34836"/>
                  </a:lnTo>
                  <a:lnTo>
                    <a:pt x="41490" y="34836"/>
                  </a:lnTo>
                  <a:lnTo>
                    <a:pt x="39928" y="36398"/>
                  </a:lnTo>
                  <a:lnTo>
                    <a:pt x="39928" y="40589"/>
                  </a:lnTo>
                  <a:lnTo>
                    <a:pt x="41490" y="42138"/>
                  </a:lnTo>
                  <a:lnTo>
                    <a:pt x="45351" y="42138"/>
                  </a:lnTo>
                  <a:lnTo>
                    <a:pt x="46913" y="40589"/>
                  </a:lnTo>
                  <a:lnTo>
                    <a:pt x="46913" y="36398"/>
                  </a:lnTo>
                  <a:close/>
                </a:path>
                <a:path w="330834" h="298450">
                  <a:moveTo>
                    <a:pt x="75399" y="36398"/>
                  </a:moveTo>
                  <a:lnTo>
                    <a:pt x="73837" y="34836"/>
                  </a:lnTo>
                  <a:lnTo>
                    <a:pt x="71907" y="34836"/>
                  </a:lnTo>
                  <a:lnTo>
                    <a:pt x="69977" y="34836"/>
                  </a:lnTo>
                  <a:lnTo>
                    <a:pt x="68414" y="36398"/>
                  </a:lnTo>
                  <a:lnTo>
                    <a:pt x="68414" y="40589"/>
                  </a:lnTo>
                  <a:lnTo>
                    <a:pt x="69977" y="42138"/>
                  </a:lnTo>
                  <a:lnTo>
                    <a:pt x="73837" y="42138"/>
                  </a:lnTo>
                  <a:lnTo>
                    <a:pt x="75399" y="40589"/>
                  </a:lnTo>
                  <a:lnTo>
                    <a:pt x="75399" y="36398"/>
                  </a:lnTo>
                  <a:close/>
                </a:path>
                <a:path w="330834" h="298450">
                  <a:moveTo>
                    <a:pt x="103860" y="36398"/>
                  </a:moveTo>
                  <a:lnTo>
                    <a:pt x="102323" y="34836"/>
                  </a:lnTo>
                  <a:lnTo>
                    <a:pt x="100368" y="34836"/>
                  </a:lnTo>
                  <a:lnTo>
                    <a:pt x="98450" y="34836"/>
                  </a:lnTo>
                  <a:lnTo>
                    <a:pt x="96888" y="36398"/>
                  </a:lnTo>
                  <a:lnTo>
                    <a:pt x="96888" y="40589"/>
                  </a:lnTo>
                  <a:lnTo>
                    <a:pt x="98450" y="42138"/>
                  </a:lnTo>
                  <a:lnTo>
                    <a:pt x="102323" y="42138"/>
                  </a:lnTo>
                  <a:lnTo>
                    <a:pt x="103860" y="40589"/>
                  </a:lnTo>
                  <a:lnTo>
                    <a:pt x="103860" y="36398"/>
                  </a:lnTo>
                  <a:close/>
                </a:path>
                <a:path w="330834" h="298450">
                  <a:moveTo>
                    <a:pt x="330606" y="27800"/>
                  </a:moveTo>
                  <a:lnTo>
                    <a:pt x="328409" y="16992"/>
                  </a:lnTo>
                  <a:lnTo>
                    <a:pt x="323646" y="9956"/>
                  </a:lnTo>
                  <a:lnTo>
                    <a:pt x="323646" y="27800"/>
                  </a:lnTo>
                  <a:lnTo>
                    <a:pt x="323646" y="66395"/>
                  </a:lnTo>
                  <a:lnTo>
                    <a:pt x="6997" y="66395"/>
                  </a:lnTo>
                  <a:lnTo>
                    <a:pt x="6997" y="27800"/>
                  </a:lnTo>
                  <a:lnTo>
                    <a:pt x="8648" y="19697"/>
                  </a:lnTo>
                  <a:lnTo>
                    <a:pt x="13106" y="13081"/>
                  </a:lnTo>
                  <a:lnTo>
                    <a:pt x="19735" y="8610"/>
                  </a:lnTo>
                  <a:lnTo>
                    <a:pt x="27838" y="6972"/>
                  </a:lnTo>
                  <a:lnTo>
                    <a:pt x="302806" y="6972"/>
                  </a:lnTo>
                  <a:lnTo>
                    <a:pt x="310908" y="8623"/>
                  </a:lnTo>
                  <a:lnTo>
                    <a:pt x="317525" y="13081"/>
                  </a:lnTo>
                  <a:lnTo>
                    <a:pt x="321995" y="19697"/>
                  </a:lnTo>
                  <a:lnTo>
                    <a:pt x="323646" y="27800"/>
                  </a:lnTo>
                  <a:lnTo>
                    <a:pt x="323646" y="9956"/>
                  </a:lnTo>
                  <a:lnTo>
                    <a:pt x="322440" y="8166"/>
                  </a:lnTo>
                  <a:lnTo>
                    <a:pt x="320687" y="6972"/>
                  </a:lnTo>
                  <a:lnTo>
                    <a:pt x="313601" y="2197"/>
                  </a:lnTo>
                  <a:lnTo>
                    <a:pt x="302793" y="0"/>
                  </a:lnTo>
                  <a:lnTo>
                    <a:pt x="27813" y="0"/>
                  </a:lnTo>
                  <a:lnTo>
                    <a:pt x="17005" y="2197"/>
                  </a:lnTo>
                  <a:lnTo>
                    <a:pt x="8166" y="8166"/>
                  </a:lnTo>
                  <a:lnTo>
                    <a:pt x="2197" y="16992"/>
                  </a:lnTo>
                  <a:lnTo>
                    <a:pt x="0" y="27800"/>
                  </a:lnTo>
                  <a:lnTo>
                    <a:pt x="0" y="126834"/>
                  </a:lnTo>
                  <a:lnTo>
                    <a:pt x="1562" y="128384"/>
                  </a:lnTo>
                  <a:lnTo>
                    <a:pt x="5422" y="128384"/>
                  </a:lnTo>
                  <a:lnTo>
                    <a:pt x="6985" y="126834"/>
                  </a:lnTo>
                  <a:lnTo>
                    <a:pt x="6985" y="73367"/>
                  </a:lnTo>
                  <a:lnTo>
                    <a:pt x="323608" y="73367"/>
                  </a:lnTo>
                  <a:lnTo>
                    <a:pt x="323608" y="270637"/>
                  </a:lnTo>
                  <a:lnTo>
                    <a:pt x="321970" y="278726"/>
                  </a:lnTo>
                  <a:lnTo>
                    <a:pt x="317500" y="285356"/>
                  </a:lnTo>
                  <a:lnTo>
                    <a:pt x="310870" y="289814"/>
                  </a:lnTo>
                  <a:lnTo>
                    <a:pt x="302780" y="291452"/>
                  </a:lnTo>
                  <a:lnTo>
                    <a:pt x="113779" y="291452"/>
                  </a:lnTo>
                  <a:lnTo>
                    <a:pt x="112217" y="293014"/>
                  </a:lnTo>
                  <a:lnTo>
                    <a:pt x="112217" y="296875"/>
                  </a:lnTo>
                  <a:lnTo>
                    <a:pt x="113779" y="298424"/>
                  </a:lnTo>
                  <a:lnTo>
                    <a:pt x="302780" y="298424"/>
                  </a:lnTo>
                  <a:lnTo>
                    <a:pt x="313588" y="296240"/>
                  </a:lnTo>
                  <a:lnTo>
                    <a:pt x="322427" y="290283"/>
                  </a:lnTo>
                  <a:lnTo>
                    <a:pt x="328396" y="281444"/>
                  </a:lnTo>
                  <a:lnTo>
                    <a:pt x="330581" y="270637"/>
                  </a:lnTo>
                  <a:lnTo>
                    <a:pt x="330606" y="73367"/>
                  </a:lnTo>
                  <a:lnTo>
                    <a:pt x="330606" y="66395"/>
                  </a:lnTo>
                  <a:lnTo>
                    <a:pt x="330606" y="27800"/>
                  </a:lnTo>
                  <a:close/>
                </a:path>
              </a:pathLst>
            </a:custGeom>
            <a:solidFill>
              <a:srgbClr val="076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374045" y="7187653"/>
              <a:ext cx="311361" cy="18534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430376" y="7134451"/>
              <a:ext cx="63607" cy="23397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341388" y="7225364"/>
              <a:ext cx="63607" cy="143061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252422" y="7194251"/>
              <a:ext cx="63599" cy="17417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163434" y="7254179"/>
              <a:ext cx="63594" cy="114246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5148979" y="7033120"/>
              <a:ext cx="358775" cy="363220"/>
            </a:xfrm>
            <a:custGeom>
              <a:avLst/>
              <a:gdLst/>
              <a:ahLst/>
              <a:cxnLst/>
              <a:rect l="l" t="t" r="r" b="b"/>
              <a:pathLst>
                <a:path w="358775" h="363220">
                  <a:moveTo>
                    <a:pt x="339305" y="26085"/>
                  </a:moveTo>
                  <a:lnTo>
                    <a:pt x="337248" y="15938"/>
                  </a:lnTo>
                  <a:lnTo>
                    <a:pt x="332930" y="9550"/>
                  </a:lnTo>
                  <a:lnTo>
                    <a:pt x="332930" y="26085"/>
                  </a:lnTo>
                  <a:lnTo>
                    <a:pt x="331381" y="33743"/>
                  </a:lnTo>
                  <a:lnTo>
                    <a:pt x="327139" y="40017"/>
                  </a:lnTo>
                  <a:lnTo>
                    <a:pt x="320878" y="44246"/>
                  </a:lnTo>
                  <a:lnTo>
                    <a:pt x="313207" y="45796"/>
                  </a:lnTo>
                  <a:lnTo>
                    <a:pt x="305536" y="44246"/>
                  </a:lnTo>
                  <a:lnTo>
                    <a:pt x="299262" y="40017"/>
                  </a:lnTo>
                  <a:lnTo>
                    <a:pt x="295033" y="33743"/>
                  </a:lnTo>
                  <a:lnTo>
                    <a:pt x="293471" y="26085"/>
                  </a:lnTo>
                  <a:lnTo>
                    <a:pt x="295033" y="18415"/>
                  </a:lnTo>
                  <a:lnTo>
                    <a:pt x="299262" y="12153"/>
                  </a:lnTo>
                  <a:lnTo>
                    <a:pt x="305536" y="7924"/>
                  </a:lnTo>
                  <a:lnTo>
                    <a:pt x="313207" y="6375"/>
                  </a:lnTo>
                  <a:lnTo>
                    <a:pt x="320878" y="7924"/>
                  </a:lnTo>
                  <a:lnTo>
                    <a:pt x="327139" y="12153"/>
                  </a:lnTo>
                  <a:lnTo>
                    <a:pt x="331381" y="18415"/>
                  </a:lnTo>
                  <a:lnTo>
                    <a:pt x="332930" y="26085"/>
                  </a:lnTo>
                  <a:lnTo>
                    <a:pt x="332930" y="9550"/>
                  </a:lnTo>
                  <a:lnTo>
                    <a:pt x="331647" y="7645"/>
                  </a:lnTo>
                  <a:lnTo>
                    <a:pt x="329768" y="6375"/>
                  </a:lnTo>
                  <a:lnTo>
                    <a:pt x="323354" y="2057"/>
                  </a:lnTo>
                  <a:lnTo>
                    <a:pt x="313207" y="0"/>
                  </a:lnTo>
                  <a:lnTo>
                    <a:pt x="303060" y="2057"/>
                  </a:lnTo>
                  <a:lnTo>
                    <a:pt x="294754" y="7645"/>
                  </a:lnTo>
                  <a:lnTo>
                    <a:pt x="289153" y="15938"/>
                  </a:lnTo>
                  <a:lnTo>
                    <a:pt x="287096" y="26085"/>
                  </a:lnTo>
                  <a:lnTo>
                    <a:pt x="287096" y="32740"/>
                  </a:lnTo>
                  <a:lnTo>
                    <a:pt x="289636" y="38811"/>
                  </a:lnTo>
                  <a:lnTo>
                    <a:pt x="293763" y="43434"/>
                  </a:lnTo>
                  <a:lnTo>
                    <a:pt x="243941" y="96253"/>
                  </a:lnTo>
                  <a:lnTo>
                    <a:pt x="243941" y="113804"/>
                  </a:lnTo>
                  <a:lnTo>
                    <a:pt x="242392" y="121475"/>
                  </a:lnTo>
                  <a:lnTo>
                    <a:pt x="238163" y="127736"/>
                  </a:lnTo>
                  <a:lnTo>
                    <a:pt x="231851" y="131978"/>
                  </a:lnTo>
                  <a:lnTo>
                    <a:pt x="224243" y="133527"/>
                  </a:lnTo>
                  <a:lnTo>
                    <a:pt x="216573" y="131978"/>
                  </a:lnTo>
                  <a:lnTo>
                    <a:pt x="210273" y="127736"/>
                  </a:lnTo>
                  <a:lnTo>
                    <a:pt x="206044" y="121475"/>
                  </a:lnTo>
                  <a:lnTo>
                    <a:pt x="204482" y="113804"/>
                  </a:lnTo>
                  <a:lnTo>
                    <a:pt x="205943" y="106641"/>
                  </a:lnTo>
                  <a:lnTo>
                    <a:pt x="224218" y="94081"/>
                  </a:lnTo>
                  <a:lnTo>
                    <a:pt x="231889" y="95643"/>
                  </a:lnTo>
                  <a:lnTo>
                    <a:pt x="238163" y="99872"/>
                  </a:lnTo>
                  <a:lnTo>
                    <a:pt x="242392" y="106146"/>
                  </a:lnTo>
                  <a:lnTo>
                    <a:pt x="243941" y="113804"/>
                  </a:lnTo>
                  <a:lnTo>
                    <a:pt x="243941" y="96253"/>
                  </a:lnTo>
                  <a:lnTo>
                    <a:pt x="243713" y="96494"/>
                  </a:lnTo>
                  <a:lnTo>
                    <a:pt x="241554" y="94081"/>
                  </a:lnTo>
                  <a:lnTo>
                    <a:pt x="238912" y="91122"/>
                  </a:lnTo>
                  <a:lnTo>
                    <a:pt x="231978" y="87706"/>
                  </a:lnTo>
                  <a:lnTo>
                    <a:pt x="224218" y="87706"/>
                  </a:lnTo>
                  <a:lnTo>
                    <a:pt x="216598" y="88836"/>
                  </a:lnTo>
                  <a:lnTo>
                    <a:pt x="209854" y="92024"/>
                  </a:lnTo>
                  <a:lnTo>
                    <a:pt x="204343" y="96913"/>
                  </a:lnTo>
                  <a:lnTo>
                    <a:pt x="200393" y="103174"/>
                  </a:lnTo>
                  <a:lnTo>
                    <a:pt x="177647" y="94081"/>
                  </a:lnTo>
                  <a:lnTo>
                    <a:pt x="162153" y="87896"/>
                  </a:lnTo>
                  <a:lnTo>
                    <a:pt x="161277" y="87896"/>
                  </a:lnTo>
                  <a:lnTo>
                    <a:pt x="161328" y="86944"/>
                  </a:lnTo>
                  <a:lnTo>
                    <a:pt x="159270" y="76796"/>
                  </a:lnTo>
                  <a:lnTo>
                    <a:pt x="154952" y="70408"/>
                  </a:lnTo>
                  <a:lnTo>
                    <a:pt x="154952" y="86944"/>
                  </a:lnTo>
                  <a:lnTo>
                    <a:pt x="153504" y="94081"/>
                  </a:lnTo>
                  <a:lnTo>
                    <a:pt x="153403" y="94602"/>
                  </a:lnTo>
                  <a:lnTo>
                    <a:pt x="149161" y="100863"/>
                  </a:lnTo>
                  <a:lnTo>
                    <a:pt x="142900" y="105092"/>
                  </a:lnTo>
                  <a:lnTo>
                    <a:pt x="135229" y="106641"/>
                  </a:lnTo>
                  <a:lnTo>
                    <a:pt x="127558" y="105092"/>
                  </a:lnTo>
                  <a:lnTo>
                    <a:pt x="121285" y="100863"/>
                  </a:lnTo>
                  <a:lnTo>
                    <a:pt x="120929" y="100355"/>
                  </a:lnTo>
                  <a:lnTo>
                    <a:pt x="117055" y="94602"/>
                  </a:lnTo>
                  <a:lnTo>
                    <a:pt x="115493" y="86944"/>
                  </a:lnTo>
                  <a:lnTo>
                    <a:pt x="117055" y="79273"/>
                  </a:lnTo>
                  <a:lnTo>
                    <a:pt x="121285" y="72999"/>
                  </a:lnTo>
                  <a:lnTo>
                    <a:pt x="127558" y="68770"/>
                  </a:lnTo>
                  <a:lnTo>
                    <a:pt x="135229" y="67221"/>
                  </a:lnTo>
                  <a:lnTo>
                    <a:pt x="142900" y="68770"/>
                  </a:lnTo>
                  <a:lnTo>
                    <a:pt x="149161" y="72999"/>
                  </a:lnTo>
                  <a:lnTo>
                    <a:pt x="153403" y="79273"/>
                  </a:lnTo>
                  <a:lnTo>
                    <a:pt x="154952" y="86944"/>
                  </a:lnTo>
                  <a:lnTo>
                    <a:pt x="154952" y="70408"/>
                  </a:lnTo>
                  <a:lnTo>
                    <a:pt x="153670" y="68503"/>
                  </a:lnTo>
                  <a:lnTo>
                    <a:pt x="151777" y="67221"/>
                  </a:lnTo>
                  <a:lnTo>
                    <a:pt x="145376" y="62903"/>
                  </a:lnTo>
                  <a:lnTo>
                    <a:pt x="135229" y="60845"/>
                  </a:lnTo>
                  <a:lnTo>
                    <a:pt x="125069" y="62903"/>
                  </a:lnTo>
                  <a:lnTo>
                    <a:pt x="116776" y="68503"/>
                  </a:lnTo>
                  <a:lnTo>
                    <a:pt x="111175" y="76796"/>
                  </a:lnTo>
                  <a:lnTo>
                    <a:pt x="109118" y="86944"/>
                  </a:lnTo>
                  <a:lnTo>
                    <a:pt x="109118" y="89471"/>
                  </a:lnTo>
                  <a:lnTo>
                    <a:pt x="109524" y="92024"/>
                  </a:lnTo>
                  <a:lnTo>
                    <a:pt x="110134" y="94081"/>
                  </a:lnTo>
                  <a:lnTo>
                    <a:pt x="110172" y="94234"/>
                  </a:lnTo>
                  <a:lnTo>
                    <a:pt x="109677" y="94602"/>
                  </a:lnTo>
                  <a:lnTo>
                    <a:pt x="66725" y="135559"/>
                  </a:lnTo>
                  <a:lnTo>
                    <a:pt x="65963" y="134594"/>
                  </a:lnTo>
                  <a:lnTo>
                    <a:pt x="65963" y="151688"/>
                  </a:lnTo>
                  <a:lnTo>
                    <a:pt x="64414" y="159359"/>
                  </a:lnTo>
                  <a:lnTo>
                    <a:pt x="60185" y="165620"/>
                  </a:lnTo>
                  <a:lnTo>
                    <a:pt x="53911" y="169849"/>
                  </a:lnTo>
                  <a:lnTo>
                    <a:pt x="46240" y="171411"/>
                  </a:lnTo>
                  <a:lnTo>
                    <a:pt x="38569" y="169849"/>
                  </a:lnTo>
                  <a:lnTo>
                    <a:pt x="32296" y="165620"/>
                  </a:lnTo>
                  <a:lnTo>
                    <a:pt x="28067" y="159359"/>
                  </a:lnTo>
                  <a:lnTo>
                    <a:pt x="26504" y="151688"/>
                  </a:lnTo>
                  <a:lnTo>
                    <a:pt x="27990" y="144360"/>
                  </a:lnTo>
                  <a:lnTo>
                    <a:pt x="46240" y="131978"/>
                  </a:lnTo>
                  <a:lnTo>
                    <a:pt x="53911" y="133527"/>
                  </a:lnTo>
                  <a:lnTo>
                    <a:pt x="56921" y="135559"/>
                  </a:lnTo>
                  <a:lnTo>
                    <a:pt x="60236" y="137845"/>
                  </a:lnTo>
                  <a:lnTo>
                    <a:pt x="64414" y="144030"/>
                  </a:lnTo>
                  <a:lnTo>
                    <a:pt x="65963" y="151688"/>
                  </a:lnTo>
                  <a:lnTo>
                    <a:pt x="65963" y="134594"/>
                  </a:lnTo>
                  <a:lnTo>
                    <a:pt x="63906" y="131978"/>
                  </a:lnTo>
                  <a:lnTo>
                    <a:pt x="61937" y="129489"/>
                  </a:lnTo>
                  <a:lnTo>
                    <a:pt x="54546" y="125577"/>
                  </a:lnTo>
                  <a:lnTo>
                    <a:pt x="46240" y="125577"/>
                  </a:lnTo>
                  <a:lnTo>
                    <a:pt x="35560" y="127736"/>
                  </a:lnTo>
                  <a:lnTo>
                    <a:pt x="35928" y="127736"/>
                  </a:lnTo>
                  <a:lnTo>
                    <a:pt x="27787" y="133235"/>
                  </a:lnTo>
                  <a:lnTo>
                    <a:pt x="22186" y="141528"/>
                  </a:lnTo>
                  <a:lnTo>
                    <a:pt x="20129" y="151688"/>
                  </a:lnTo>
                  <a:lnTo>
                    <a:pt x="22186" y="161810"/>
                  </a:lnTo>
                  <a:lnTo>
                    <a:pt x="27787" y="170103"/>
                  </a:lnTo>
                  <a:lnTo>
                    <a:pt x="36093" y="175704"/>
                  </a:lnTo>
                  <a:lnTo>
                    <a:pt x="46240" y="177761"/>
                  </a:lnTo>
                  <a:lnTo>
                    <a:pt x="56388" y="175704"/>
                  </a:lnTo>
                  <a:lnTo>
                    <a:pt x="62763" y="171411"/>
                  </a:lnTo>
                  <a:lnTo>
                    <a:pt x="64681" y="170103"/>
                  </a:lnTo>
                  <a:lnTo>
                    <a:pt x="70281" y="161810"/>
                  </a:lnTo>
                  <a:lnTo>
                    <a:pt x="72339" y="151688"/>
                  </a:lnTo>
                  <a:lnTo>
                    <a:pt x="72339" y="147929"/>
                  </a:lnTo>
                  <a:lnTo>
                    <a:pt x="71526" y="144360"/>
                  </a:lnTo>
                  <a:lnTo>
                    <a:pt x="70078" y="141109"/>
                  </a:lnTo>
                  <a:lnTo>
                    <a:pt x="70307" y="140957"/>
                  </a:lnTo>
                  <a:lnTo>
                    <a:pt x="75958" y="135559"/>
                  </a:lnTo>
                  <a:lnTo>
                    <a:pt x="112877" y="100355"/>
                  </a:lnTo>
                  <a:lnTo>
                    <a:pt x="116954" y="105524"/>
                  </a:lnTo>
                  <a:lnTo>
                    <a:pt x="122199" y="109524"/>
                  </a:lnTo>
                  <a:lnTo>
                    <a:pt x="128371" y="112102"/>
                  </a:lnTo>
                  <a:lnTo>
                    <a:pt x="135229" y="113017"/>
                  </a:lnTo>
                  <a:lnTo>
                    <a:pt x="143738" y="111594"/>
                  </a:lnTo>
                  <a:lnTo>
                    <a:pt x="160299" y="94081"/>
                  </a:lnTo>
                  <a:lnTo>
                    <a:pt x="160439" y="94081"/>
                  </a:lnTo>
                  <a:lnTo>
                    <a:pt x="198539" y="109321"/>
                  </a:lnTo>
                  <a:lnTo>
                    <a:pt x="198272" y="110782"/>
                  </a:lnTo>
                  <a:lnTo>
                    <a:pt x="198183" y="111594"/>
                  </a:lnTo>
                  <a:lnTo>
                    <a:pt x="224218" y="139903"/>
                  </a:lnTo>
                  <a:lnTo>
                    <a:pt x="234365" y="137845"/>
                  </a:lnTo>
                  <a:lnTo>
                    <a:pt x="240766" y="133527"/>
                  </a:lnTo>
                  <a:lnTo>
                    <a:pt x="242671" y="132245"/>
                  </a:lnTo>
                  <a:lnTo>
                    <a:pt x="248259" y="123952"/>
                  </a:lnTo>
                  <a:lnTo>
                    <a:pt x="250317" y="113804"/>
                  </a:lnTo>
                  <a:lnTo>
                    <a:pt x="250266" y="109321"/>
                  </a:lnTo>
                  <a:lnTo>
                    <a:pt x="249262" y="105524"/>
                  </a:lnTo>
                  <a:lnTo>
                    <a:pt x="249059" y="105092"/>
                  </a:lnTo>
                  <a:lnTo>
                    <a:pt x="247396" y="101866"/>
                  </a:lnTo>
                  <a:lnTo>
                    <a:pt x="252463" y="96494"/>
                  </a:lnTo>
                  <a:lnTo>
                    <a:pt x="298551" y="47650"/>
                  </a:lnTo>
                  <a:lnTo>
                    <a:pt x="302729" y="50482"/>
                  </a:lnTo>
                  <a:lnTo>
                    <a:pt x="307771" y="52171"/>
                  </a:lnTo>
                  <a:lnTo>
                    <a:pt x="313207" y="52171"/>
                  </a:lnTo>
                  <a:lnTo>
                    <a:pt x="323354" y="50114"/>
                  </a:lnTo>
                  <a:lnTo>
                    <a:pt x="327012" y="47650"/>
                  </a:lnTo>
                  <a:lnTo>
                    <a:pt x="329755" y="45796"/>
                  </a:lnTo>
                  <a:lnTo>
                    <a:pt x="331647" y="44513"/>
                  </a:lnTo>
                  <a:lnTo>
                    <a:pt x="337248" y="36220"/>
                  </a:lnTo>
                  <a:lnTo>
                    <a:pt x="339305" y="26085"/>
                  </a:lnTo>
                  <a:close/>
                </a:path>
                <a:path w="358775" h="363220">
                  <a:moveTo>
                    <a:pt x="358330" y="358216"/>
                  </a:moveTo>
                  <a:lnTo>
                    <a:pt x="356895" y="356793"/>
                  </a:lnTo>
                  <a:lnTo>
                    <a:pt x="1422" y="356793"/>
                  </a:lnTo>
                  <a:lnTo>
                    <a:pt x="0" y="358216"/>
                  </a:lnTo>
                  <a:lnTo>
                    <a:pt x="0" y="359981"/>
                  </a:lnTo>
                  <a:lnTo>
                    <a:pt x="0" y="361746"/>
                  </a:lnTo>
                  <a:lnTo>
                    <a:pt x="1422" y="363169"/>
                  </a:lnTo>
                  <a:lnTo>
                    <a:pt x="356895" y="363169"/>
                  </a:lnTo>
                  <a:lnTo>
                    <a:pt x="358330" y="361746"/>
                  </a:lnTo>
                  <a:lnTo>
                    <a:pt x="358330" y="358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6506443" y="8836787"/>
              <a:ext cx="284480" cy="285115"/>
            </a:xfrm>
            <a:custGeom>
              <a:avLst/>
              <a:gdLst/>
              <a:ahLst/>
              <a:cxnLst/>
              <a:rect l="l" t="t" r="r" b="b"/>
              <a:pathLst>
                <a:path w="284480" h="285115">
                  <a:moveTo>
                    <a:pt x="142240" y="0"/>
                  </a:moveTo>
                  <a:lnTo>
                    <a:pt x="97259" y="7259"/>
                  </a:lnTo>
                  <a:lnTo>
                    <a:pt x="58210" y="27472"/>
                  </a:lnTo>
                  <a:lnTo>
                    <a:pt x="27427" y="58293"/>
                  </a:lnTo>
                  <a:lnTo>
                    <a:pt x="7246" y="97373"/>
                  </a:lnTo>
                  <a:lnTo>
                    <a:pt x="0" y="142367"/>
                  </a:lnTo>
                  <a:lnTo>
                    <a:pt x="7246" y="187310"/>
                  </a:lnTo>
                  <a:lnTo>
                    <a:pt x="27427" y="226348"/>
                  </a:lnTo>
                  <a:lnTo>
                    <a:pt x="58210" y="257137"/>
                  </a:lnTo>
                  <a:lnTo>
                    <a:pt x="97259" y="277329"/>
                  </a:lnTo>
                  <a:lnTo>
                    <a:pt x="142240" y="284581"/>
                  </a:lnTo>
                  <a:lnTo>
                    <a:pt x="187220" y="277329"/>
                  </a:lnTo>
                  <a:lnTo>
                    <a:pt x="226269" y="257137"/>
                  </a:lnTo>
                  <a:lnTo>
                    <a:pt x="257052" y="226348"/>
                  </a:lnTo>
                  <a:lnTo>
                    <a:pt x="277233" y="187310"/>
                  </a:lnTo>
                  <a:lnTo>
                    <a:pt x="284479" y="142367"/>
                  </a:lnTo>
                  <a:lnTo>
                    <a:pt x="277233" y="97373"/>
                  </a:lnTo>
                  <a:lnTo>
                    <a:pt x="257052" y="58293"/>
                  </a:lnTo>
                  <a:lnTo>
                    <a:pt x="226269" y="27472"/>
                  </a:lnTo>
                  <a:lnTo>
                    <a:pt x="187220" y="7259"/>
                  </a:lnTo>
                  <a:lnTo>
                    <a:pt x="142240" y="0"/>
                  </a:lnTo>
                  <a:close/>
                </a:path>
              </a:pathLst>
            </a:custGeom>
            <a:solidFill>
              <a:srgbClr val="076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6572991" y="8936228"/>
              <a:ext cx="147955" cy="99060"/>
            </a:xfrm>
            <a:custGeom>
              <a:avLst/>
              <a:gdLst/>
              <a:ahLst/>
              <a:cxnLst/>
              <a:rect l="l" t="t" r="r" b="b"/>
              <a:pathLst>
                <a:path w="147955" h="99059">
                  <a:moveTo>
                    <a:pt x="0" y="49276"/>
                  </a:moveTo>
                  <a:lnTo>
                    <a:pt x="49275" y="98437"/>
                  </a:lnTo>
                  <a:lnTo>
                    <a:pt x="147700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7556754" y="5937250"/>
            <a:ext cx="101091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90">
                <a:solidFill>
                  <a:srgbClr val="7D879A"/>
                </a:solidFill>
                <a:latin typeface="Arial"/>
                <a:cs typeface="Arial"/>
              </a:rPr>
              <a:t>BEFORE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2484989" y="5937250"/>
            <a:ext cx="8432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45">
                <a:solidFill>
                  <a:srgbClr val="0766D1"/>
                </a:solidFill>
                <a:latin typeface="Arial"/>
                <a:cs typeface="Arial"/>
              </a:rPr>
              <a:t>AFTER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556754" y="3766820"/>
            <a:ext cx="361187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65">
                <a:latin typeface="Arial"/>
                <a:cs typeface="Arial"/>
              </a:rPr>
              <a:t>If</a:t>
            </a:r>
            <a:r>
              <a:rPr sz="2000" spc="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your</a:t>
            </a:r>
            <a:r>
              <a:rPr sz="2000" spc="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slides</a:t>
            </a:r>
            <a:r>
              <a:rPr sz="2000" spc="2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don’t auto-</a:t>
            </a:r>
            <a:r>
              <a:rPr sz="2000" spc="-10">
                <a:latin typeface="Arial"/>
                <a:cs typeface="Arial"/>
              </a:rPr>
              <a:t>convert </a:t>
            </a:r>
            <a:r>
              <a:rPr sz="2000" spc="105">
                <a:latin typeface="Arial"/>
                <a:cs typeface="Arial"/>
              </a:rPr>
              <a:t>to</a:t>
            </a:r>
            <a:r>
              <a:rPr sz="2000" spc="-70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the</a:t>
            </a:r>
            <a:r>
              <a:rPr sz="2000" spc="-75">
                <a:latin typeface="Arial"/>
                <a:cs typeface="Arial"/>
              </a:rPr>
              <a:t> </a:t>
            </a:r>
            <a:r>
              <a:rPr sz="2000">
                <a:latin typeface="Arial"/>
                <a:cs typeface="Arial"/>
              </a:rPr>
              <a:t>new</a:t>
            </a:r>
            <a:r>
              <a:rPr sz="2000" spc="-65">
                <a:latin typeface="Arial"/>
                <a:cs typeface="Arial"/>
              </a:rPr>
              <a:t> </a:t>
            </a:r>
            <a:r>
              <a:rPr sz="2000" spc="-55">
                <a:latin typeface="Arial"/>
                <a:cs typeface="Arial"/>
              </a:rPr>
              <a:t>shades,</a:t>
            </a:r>
            <a:r>
              <a:rPr sz="2000" spc="-85">
                <a:latin typeface="Arial"/>
                <a:cs typeface="Arial"/>
              </a:rPr>
              <a:t> </a:t>
            </a:r>
            <a:r>
              <a:rPr sz="2000" spc="-35">
                <a:latin typeface="Arial"/>
                <a:cs typeface="Arial"/>
              </a:rPr>
              <a:t>here</a:t>
            </a:r>
            <a:r>
              <a:rPr sz="2000" spc="-70">
                <a:latin typeface="Arial"/>
                <a:cs typeface="Arial"/>
              </a:rPr>
              <a:t> </a:t>
            </a:r>
            <a:r>
              <a:rPr sz="2000" spc="-40">
                <a:latin typeface="Arial"/>
                <a:cs typeface="Arial"/>
              </a:rPr>
              <a:t>are</a:t>
            </a:r>
            <a:r>
              <a:rPr sz="2000" spc="-70">
                <a:latin typeface="Arial"/>
                <a:cs typeface="Arial"/>
              </a:rPr>
              <a:t> </a:t>
            </a:r>
            <a:r>
              <a:rPr sz="2000" spc="-25">
                <a:latin typeface="Arial"/>
                <a:cs typeface="Arial"/>
              </a:rPr>
              <a:t>the recommended</a:t>
            </a:r>
            <a:r>
              <a:rPr sz="2000" spc="-45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options.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2607417" y="3200273"/>
            <a:ext cx="731520" cy="1939925"/>
            <a:chOff x="12607417" y="3200273"/>
            <a:chExt cx="731520" cy="1939925"/>
          </a:xfrm>
        </p:grpSpPr>
        <p:sp>
          <p:nvSpPr>
            <p:cNvPr id="84" name="object 84"/>
            <p:cNvSpPr/>
            <p:nvPr/>
          </p:nvSpPr>
          <p:spPr>
            <a:xfrm>
              <a:off x="12732639" y="3466338"/>
              <a:ext cx="481330" cy="1113790"/>
            </a:xfrm>
            <a:custGeom>
              <a:avLst/>
              <a:gdLst/>
              <a:ahLst/>
              <a:cxnLst/>
              <a:rect l="l" t="t" r="r" b="b"/>
              <a:pathLst>
                <a:path w="481330" h="1113789">
                  <a:moveTo>
                    <a:pt x="384937" y="0"/>
                  </a:moveTo>
                  <a:lnTo>
                    <a:pt x="96265" y="0"/>
                  </a:lnTo>
                  <a:lnTo>
                    <a:pt x="0" y="1113662"/>
                  </a:lnTo>
                  <a:lnTo>
                    <a:pt x="481075" y="1113662"/>
                  </a:lnTo>
                  <a:lnTo>
                    <a:pt x="384937" y="0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2607417" y="440817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365759" y="0"/>
                  </a:moveTo>
                  <a:lnTo>
                    <a:pt x="319894" y="2848"/>
                  </a:lnTo>
                  <a:lnTo>
                    <a:pt x="275724" y="11167"/>
                  </a:lnTo>
                  <a:lnTo>
                    <a:pt x="233594" y="24613"/>
                  </a:lnTo>
                  <a:lnTo>
                    <a:pt x="193846" y="42844"/>
                  </a:lnTo>
                  <a:lnTo>
                    <a:pt x="156825" y="65517"/>
                  </a:lnTo>
                  <a:lnTo>
                    <a:pt x="122873" y="92291"/>
                  </a:lnTo>
                  <a:lnTo>
                    <a:pt x="92334" y="122822"/>
                  </a:lnTo>
                  <a:lnTo>
                    <a:pt x="65552" y="156770"/>
                  </a:lnTo>
                  <a:lnTo>
                    <a:pt x="42869" y="193790"/>
                  </a:lnTo>
                  <a:lnTo>
                    <a:pt x="24628" y="233542"/>
                  </a:lnTo>
                  <a:lnTo>
                    <a:pt x="11175" y="275682"/>
                  </a:lnTo>
                  <a:lnTo>
                    <a:pt x="2850" y="319869"/>
                  </a:lnTo>
                  <a:lnTo>
                    <a:pt x="0" y="365759"/>
                  </a:lnTo>
                  <a:lnTo>
                    <a:pt x="2850" y="411650"/>
                  </a:lnTo>
                  <a:lnTo>
                    <a:pt x="11175" y="455837"/>
                  </a:lnTo>
                  <a:lnTo>
                    <a:pt x="24628" y="497977"/>
                  </a:lnTo>
                  <a:lnTo>
                    <a:pt x="42869" y="537729"/>
                  </a:lnTo>
                  <a:lnTo>
                    <a:pt x="65552" y="574749"/>
                  </a:lnTo>
                  <a:lnTo>
                    <a:pt x="92334" y="608697"/>
                  </a:lnTo>
                  <a:lnTo>
                    <a:pt x="122873" y="639228"/>
                  </a:lnTo>
                  <a:lnTo>
                    <a:pt x="156825" y="666002"/>
                  </a:lnTo>
                  <a:lnTo>
                    <a:pt x="193846" y="688675"/>
                  </a:lnTo>
                  <a:lnTo>
                    <a:pt x="233594" y="706906"/>
                  </a:lnTo>
                  <a:lnTo>
                    <a:pt x="275724" y="720352"/>
                  </a:lnTo>
                  <a:lnTo>
                    <a:pt x="319894" y="728671"/>
                  </a:lnTo>
                  <a:lnTo>
                    <a:pt x="365759" y="731519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19" y="365759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439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2784709" y="320027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80" y="0"/>
                  </a:move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79"/>
                  </a:lnTo>
                  <a:lnTo>
                    <a:pt x="6535" y="231483"/>
                  </a:lnTo>
                  <a:lnTo>
                    <a:pt x="24976" y="275166"/>
                  </a:lnTo>
                  <a:lnTo>
                    <a:pt x="53578" y="312181"/>
                  </a:lnTo>
                  <a:lnTo>
                    <a:pt x="90593" y="340783"/>
                  </a:lnTo>
                  <a:lnTo>
                    <a:pt x="134276" y="359224"/>
                  </a:lnTo>
                  <a:lnTo>
                    <a:pt x="182880" y="365759"/>
                  </a:lnTo>
                  <a:lnTo>
                    <a:pt x="231483" y="359224"/>
                  </a:lnTo>
                  <a:lnTo>
                    <a:pt x="275166" y="340783"/>
                  </a:lnTo>
                  <a:lnTo>
                    <a:pt x="312181" y="312181"/>
                  </a:lnTo>
                  <a:lnTo>
                    <a:pt x="340783" y="275166"/>
                  </a:lnTo>
                  <a:lnTo>
                    <a:pt x="359224" y="231483"/>
                  </a:lnTo>
                  <a:lnTo>
                    <a:pt x="365760" y="182879"/>
                  </a:lnTo>
                  <a:lnTo>
                    <a:pt x="359224" y="134276"/>
                  </a:lnTo>
                  <a:lnTo>
                    <a:pt x="340783" y="90593"/>
                  </a:lnTo>
                  <a:lnTo>
                    <a:pt x="312181" y="53578"/>
                  </a:lnTo>
                  <a:lnTo>
                    <a:pt x="275166" y="24976"/>
                  </a:lnTo>
                  <a:lnTo>
                    <a:pt x="231483" y="6535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29D5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13459460" y="3200273"/>
            <a:ext cx="731520" cy="1939925"/>
            <a:chOff x="13459460" y="3200273"/>
            <a:chExt cx="731520" cy="1939925"/>
          </a:xfrm>
        </p:grpSpPr>
        <p:sp>
          <p:nvSpPr>
            <p:cNvPr id="88" name="object 88"/>
            <p:cNvSpPr/>
            <p:nvPr/>
          </p:nvSpPr>
          <p:spPr>
            <a:xfrm>
              <a:off x="13583666" y="3466338"/>
              <a:ext cx="481330" cy="1113790"/>
            </a:xfrm>
            <a:custGeom>
              <a:avLst/>
              <a:gdLst/>
              <a:ahLst/>
              <a:cxnLst/>
              <a:rect l="l" t="t" r="r" b="b"/>
              <a:pathLst>
                <a:path w="481330" h="1113789">
                  <a:moveTo>
                    <a:pt x="384937" y="0"/>
                  </a:moveTo>
                  <a:lnTo>
                    <a:pt x="96266" y="0"/>
                  </a:lnTo>
                  <a:lnTo>
                    <a:pt x="0" y="1113662"/>
                  </a:lnTo>
                  <a:lnTo>
                    <a:pt x="481076" y="1113662"/>
                  </a:lnTo>
                  <a:lnTo>
                    <a:pt x="384937" y="0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3459460" y="440817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365759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59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59" y="731519"/>
                  </a:lnTo>
                  <a:lnTo>
                    <a:pt x="411625" y="728671"/>
                  </a:lnTo>
                  <a:lnTo>
                    <a:pt x="455795" y="720352"/>
                  </a:lnTo>
                  <a:lnTo>
                    <a:pt x="497925" y="706906"/>
                  </a:lnTo>
                  <a:lnTo>
                    <a:pt x="537673" y="688675"/>
                  </a:lnTo>
                  <a:lnTo>
                    <a:pt x="574694" y="666002"/>
                  </a:lnTo>
                  <a:lnTo>
                    <a:pt x="608646" y="639228"/>
                  </a:lnTo>
                  <a:lnTo>
                    <a:pt x="639185" y="608697"/>
                  </a:lnTo>
                  <a:lnTo>
                    <a:pt x="665967" y="574749"/>
                  </a:lnTo>
                  <a:lnTo>
                    <a:pt x="688650" y="537729"/>
                  </a:lnTo>
                  <a:lnTo>
                    <a:pt x="706891" y="497977"/>
                  </a:lnTo>
                  <a:lnTo>
                    <a:pt x="720344" y="455837"/>
                  </a:lnTo>
                  <a:lnTo>
                    <a:pt x="728669" y="411650"/>
                  </a:lnTo>
                  <a:lnTo>
                    <a:pt x="731520" y="365759"/>
                  </a:lnTo>
                  <a:lnTo>
                    <a:pt x="728669" y="319869"/>
                  </a:lnTo>
                  <a:lnTo>
                    <a:pt x="720344" y="275682"/>
                  </a:lnTo>
                  <a:lnTo>
                    <a:pt x="706891" y="233542"/>
                  </a:lnTo>
                  <a:lnTo>
                    <a:pt x="688650" y="193790"/>
                  </a:lnTo>
                  <a:lnTo>
                    <a:pt x="665967" y="156770"/>
                  </a:lnTo>
                  <a:lnTo>
                    <a:pt x="639185" y="122822"/>
                  </a:lnTo>
                  <a:lnTo>
                    <a:pt x="608646" y="92291"/>
                  </a:lnTo>
                  <a:lnTo>
                    <a:pt x="574694" y="65517"/>
                  </a:lnTo>
                  <a:lnTo>
                    <a:pt x="537673" y="42844"/>
                  </a:lnTo>
                  <a:lnTo>
                    <a:pt x="497925" y="24613"/>
                  </a:lnTo>
                  <a:lnTo>
                    <a:pt x="455795" y="11167"/>
                  </a:lnTo>
                  <a:lnTo>
                    <a:pt x="411625" y="284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C4DE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3636625" y="320027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80" y="0"/>
                  </a:move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79"/>
                  </a:lnTo>
                  <a:lnTo>
                    <a:pt x="6535" y="231483"/>
                  </a:lnTo>
                  <a:lnTo>
                    <a:pt x="24976" y="275166"/>
                  </a:lnTo>
                  <a:lnTo>
                    <a:pt x="53578" y="312181"/>
                  </a:lnTo>
                  <a:lnTo>
                    <a:pt x="90593" y="340783"/>
                  </a:lnTo>
                  <a:lnTo>
                    <a:pt x="134276" y="359224"/>
                  </a:lnTo>
                  <a:lnTo>
                    <a:pt x="182880" y="365759"/>
                  </a:lnTo>
                  <a:lnTo>
                    <a:pt x="231528" y="359224"/>
                  </a:lnTo>
                  <a:lnTo>
                    <a:pt x="275223" y="340783"/>
                  </a:lnTo>
                  <a:lnTo>
                    <a:pt x="312229" y="312181"/>
                  </a:lnTo>
                  <a:lnTo>
                    <a:pt x="340811" y="275166"/>
                  </a:lnTo>
                  <a:lnTo>
                    <a:pt x="359233" y="231483"/>
                  </a:lnTo>
                  <a:lnTo>
                    <a:pt x="365759" y="182879"/>
                  </a:lnTo>
                  <a:lnTo>
                    <a:pt x="359233" y="134276"/>
                  </a:lnTo>
                  <a:lnTo>
                    <a:pt x="340811" y="90593"/>
                  </a:lnTo>
                  <a:lnTo>
                    <a:pt x="312229" y="53578"/>
                  </a:lnTo>
                  <a:lnTo>
                    <a:pt x="275223" y="24976"/>
                  </a:lnTo>
                  <a:lnTo>
                    <a:pt x="231528" y="6535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15B5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14311376" y="3200273"/>
            <a:ext cx="731520" cy="1939925"/>
            <a:chOff x="14311376" y="3200273"/>
            <a:chExt cx="731520" cy="1939925"/>
          </a:xfrm>
        </p:grpSpPr>
        <p:sp>
          <p:nvSpPr>
            <p:cNvPr id="92" name="object 92"/>
            <p:cNvSpPr/>
            <p:nvPr/>
          </p:nvSpPr>
          <p:spPr>
            <a:xfrm>
              <a:off x="14436598" y="3466338"/>
              <a:ext cx="481330" cy="1113790"/>
            </a:xfrm>
            <a:custGeom>
              <a:avLst/>
              <a:gdLst/>
              <a:ahLst/>
              <a:cxnLst/>
              <a:rect l="l" t="t" r="r" b="b"/>
              <a:pathLst>
                <a:path w="481330" h="1113789">
                  <a:moveTo>
                    <a:pt x="384809" y="0"/>
                  </a:moveTo>
                  <a:lnTo>
                    <a:pt x="96265" y="0"/>
                  </a:lnTo>
                  <a:lnTo>
                    <a:pt x="0" y="1113662"/>
                  </a:lnTo>
                  <a:lnTo>
                    <a:pt x="481075" y="1113662"/>
                  </a:lnTo>
                  <a:lnTo>
                    <a:pt x="384809" y="0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4311376" y="440817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365759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59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59" y="731519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19" y="365759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032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4488668" y="320027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80" y="0"/>
                  </a:moveTo>
                  <a:lnTo>
                    <a:pt x="134231" y="6535"/>
                  </a:lnTo>
                  <a:lnTo>
                    <a:pt x="90536" y="24976"/>
                  </a:lnTo>
                  <a:lnTo>
                    <a:pt x="53530" y="53578"/>
                  </a:lnTo>
                  <a:lnTo>
                    <a:pt x="24948" y="90593"/>
                  </a:lnTo>
                  <a:lnTo>
                    <a:pt x="6526" y="134276"/>
                  </a:lnTo>
                  <a:lnTo>
                    <a:pt x="0" y="182879"/>
                  </a:lnTo>
                  <a:lnTo>
                    <a:pt x="6526" y="231483"/>
                  </a:lnTo>
                  <a:lnTo>
                    <a:pt x="24948" y="275166"/>
                  </a:lnTo>
                  <a:lnTo>
                    <a:pt x="53530" y="312181"/>
                  </a:lnTo>
                  <a:lnTo>
                    <a:pt x="90536" y="340783"/>
                  </a:lnTo>
                  <a:lnTo>
                    <a:pt x="134231" y="359224"/>
                  </a:lnTo>
                  <a:lnTo>
                    <a:pt x="182880" y="365759"/>
                  </a:lnTo>
                  <a:lnTo>
                    <a:pt x="231483" y="359224"/>
                  </a:lnTo>
                  <a:lnTo>
                    <a:pt x="275166" y="340783"/>
                  </a:lnTo>
                  <a:lnTo>
                    <a:pt x="312181" y="312181"/>
                  </a:lnTo>
                  <a:lnTo>
                    <a:pt x="340783" y="275166"/>
                  </a:lnTo>
                  <a:lnTo>
                    <a:pt x="359224" y="231483"/>
                  </a:lnTo>
                  <a:lnTo>
                    <a:pt x="365760" y="182879"/>
                  </a:lnTo>
                  <a:lnTo>
                    <a:pt x="359224" y="134276"/>
                  </a:lnTo>
                  <a:lnTo>
                    <a:pt x="340783" y="90593"/>
                  </a:lnTo>
                  <a:lnTo>
                    <a:pt x="312181" y="53578"/>
                  </a:lnTo>
                  <a:lnTo>
                    <a:pt x="275166" y="24976"/>
                  </a:lnTo>
                  <a:lnTo>
                    <a:pt x="231483" y="6535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6C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" name="object 95"/>
          <p:cNvGrpSpPr/>
          <p:nvPr/>
        </p:nvGrpSpPr>
        <p:grpSpPr>
          <a:xfrm>
            <a:off x="15163291" y="3200273"/>
            <a:ext cx="731520" cy="1939925"/>
            <a:chOff x="15163291" y="3200273"/>
            <a:chExt cx="731520" cy="1939925"/>
          </a:xfrm>
        </p:grpSpPr>
        <p:sp>
          <p:nvSpPr>
            <p:cNvPr id="96" name="object 96"/>
            <p:cNvSpPr/>
            <p:nvPr/>
          </p:nvSpPr>
          <p:spPr>
            <a:xfrm>
              <a:off x="15288513" y="3466338"/>
              <a:ext cx="481330" cy="1113790"/>
            </a:xfrm>
            <a:custGeom>
              <a:avLst/>
              <a:gdLst/>
              <a:ahLst/>
              <a:cxnLst/>
              <a:rect l="l" t="t" r="r" b="b"/>
              <a:pathLst>
                <a:path w="481330" h="1113789">
                  <a:moveTo>
                    <a:pt x="384937" y="0"/>
                  </a:moveTo>
                  <a:lnTo>
                    <a:pt x="96266" y="0"/>
                  </a:lnTo>
                  <a:lnTo>
                    <a:pt x="0" y="1113662"/>
                  </a:lnTo>
                  <a:lnTo>
                    <a:pt x="481076" y="1113662"/>
                  </a:lnTo>
                  <a:lnTo>
                    <a:pt x="384937" y="0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5163291" y="440817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365759" y="0"/>
                  </a:moveTo>
                  <a:lnTo>
                    <a:pt x="319894" y="2848"/>
                  </a:lnTo>
                  <a:lnTo>
                    <a:pt x="275724" y="11167"/>
                  </a:lnTo>
                  <a:lnTo>
                    <a:pt x="233594" y="24613"/>
                  </a:lnTo>
                  <a:lnTo>
                    <a:pt x="193846" y="42844"/>
                  </a:lnTo>
                  <a:lnTo>
                    <a:pt x="156825" y="65517"/>
                  </a:lnTo>
                  <a:lnTo>
                    <a:pt x="122873" y="92291"/>
                  </a:lnTo>
                  <a:lnTo>
                    <a:pt x="92334" y="122822"/>
                  </a:lnTo>
                  <a:lnTo>
                    <a:pt x="65552" y="156770"/>
                  </a:lnTo>
                  <a:lnTo>
                    <a:pt x="42869" y="193790"/>
                  </a:lnTo>
                  <a:lnTo>
                    <a:pt x="24628" y="233542"/>
                  </a:lnTo>
                  <a:lnTo>
                    <a:pt x="11175" y="275682"/>
                  </a:lnTo>
                  <a:lnTo>
                    <a:pt x="2850" y="319869"/>
                  </a:lnTo>
                  <a:lnTo>
                    <a:pt x="0" y="365759"/>
                  </a:lnTo>
                  <a:lnTo>
                    <a:pt x="2850" y="411650"/>
                  </a:lnTo>
                  <a:lnTo>
                    <a:pt x="11175" y="455837"/>
                  </a:lnTo>
                  <a:lnTo>
                    <a:pt x="24628" y="497977"/>
                  </a:lnTo>
                  <a:lnTo>
                    <a:pt x="42869" y="537729"/>
                  </a:lnTo>
                  <a:lnTo>
                    <a:pt x="65552" y="574749"/>
                  </a:lnTo>
                  <a:lnTo>
                    <a:pt x="92334" y="608697"/>
                  </a:lnTo>
                  <a:lnTo>
                    <a:pt x="122873" y="639228"/>
                  </a:lnTo>
                  <a:lnTo>
                    <a:pt x="156825" y="666002"/>
                  </a:lnTo>
                  <a:lnTo>
                    <a:pt x="193846" y="688675"/>
                  </a:lnTo>
                  <a:lnTo>
                    <a:pt x="233594" y="706906"/>
                  </a:lnTo>
                  <a:lnTo>
                    <a:pt x="275724" y="720352"/>
                  </a:lnTo>
                  <a:lnTo>
                    <a:pt x="319894" y="728671"/>
                  </a:lnTo>
                  <a:lnTo>
                    <a:pt x="365759" y="731519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19" y="365759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7D87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5340583" y="320027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79"/>
                  </a:lnTo>
                  <a:lnTo>
                    <a:pt x="6535" y="231483"/>
                  </a:lnTo>
                  <a:lnTo>
                    <a:pt x="24976" y="275166"/>
                  </a:lnTo>
                  <a:lnTo>
                    <a:pt x="53578" y="312181"/>
                  </a:lnTo>
                  <a:lnTo>
                    <a:pt x="90593" y="340783"/>
                  </a:lnTo>
                  <a:lnTo>
                    <a:pt x="134276" y="359224"/>
                  </a:lnTo>
                  <a:lnTo>
                    <a:pt x="182879" y="365759"/>
                  </a:lnTo>
                  <a:lnTo>
                    <a:pt x="231483" y="359224"/>
                  </a:lnTo>
                  <a:lnTo>
                    <a:pt x="275166" y="340783"/>
                  </a:lnTo>
                  <a:lnTo>
                    <a:pt x="312181" y="312181"/>
                  </a:lnTo>
                  <a:lnTo>
                    <a:pt x="340783" y="275166"/>
                  </a:lnTo>
                  <a:lnTo>
                    <a:pt x="359224" y="231483"/>
                  </a:lnTo>
                  <a:lnTo>
                    <a:pt x="365759" y="182879"/>
                  </a:lnTo>
                  <a:lnTo>
                    <a:pt x="359224" y="134276"/>
                  </a:lnTo>
                  <a:lnTo>
                    <a:pt x="340783" y="90593"/>
                  </a:lnTo>
                  <a:lnTo>
                    <a:pt x="312181" y="53578"/>
                  </a:lnTo>
                  <a:lnTo>
                    <a:pt x="275166" y="24976"/>
                  </a:lnTo>
                  <a:lnTo>
                    <a:pt x="231483" y="6535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851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9" name="object 99"/>
          <p:cNvGrpSpPr/>
          <p:nvPr/>
        </p:nvGrpSpPr>
        <p:grpSpPr>
          <a:xfrm>
            <a:off x="16015335" y="3200273"/>
            <a:ext cx="731520" cy="1939925"/>
            <a:chOff x="16015335" y="3200273"/>
            <a:chExt cx="731520" cy="1939925"/>
          </a:xfrm>
        </p:grpSpPr>
        <p:sp>
          <p:nvSpPr>
            <p:cNvPr id="100" name="object 100"/>
            <p:cNvSpPr/>
            <p:nvPr/>
          </p:nvSpPr>
          <p:spPr>
            <a:xfrm>
              <a:off x="16140557" y="3466338"/>
              <a:ext cx="481330" cy="1113790"/>
            </a:xfrm>
            <a:custGeom>
              <a:avLst/>
              <a:gdLst/>
              <a:ahLst/>
              <a:cxnLst/>
              <a:rect l="l" t="t" r="r" b="b"/>
              <a:pathLst>
                <a:path w="481330" h="1113789">
                  <a:moveTo>
                    <a:pt x="384809" y="0"/>
                  </a:moveTo>
                  <a:lnTo>
                    <a:pt x="96138" y="0"/>
                  </a:lnTo>
                  <a:lnTo>
                    <a:pt x="0" y="1113662"/>
                  </a:lnTo>
                  <a:lnTo>
                    <a:pt x="481075" y="1113662"/>
                  </a:lnTo>
                  <a:lnTo>
                    <a:pt x="384809" y="0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6015335" y="440817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365759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59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59" y="731519"/>
                  </a:lnTo>
                  <a:lnTo>
                    <a:pt x="411625" y="728671"/>
                  </a:lnTo>
                  <a:lnTo>
                    <a:pt x="455795" y="720352"/>
                  </a:lnTo>
                  <a:lnTo>
                    <a:pt x="497925" y="706906"/>
                  </a:lnTo>
                  <a:lnTo>
                    <a:pt x="537673" y="688675"/>
                  </a:lnTo>
                  <a:lnTo>
                    <a:pt x="574694" y="666002"/>
                  </a:lnTo>
                  <a:lnTo>
                    <a:pt x="608646" y="639228"/>
                  </a:lnTo>
                  <a:lnTo>
                    <a:pt x="639185" y="608697"/>
                  </a:lnTo>
                  <a:lnTo>
                    <a:pt x="665967" y="574749"/>
                  </a:lnTo>
                  <a:lnTo>
                    <a:pt x="688650" y="537729"/>
                  </a:lnTo>
                  <a:lnTo>
                    <a:pt x="706891" y="497977"/>
                  </a:lnTo>
                  <a:lnTo>
                    <a:pt x="720344" y="455837"/>
                  </a:lnTo>
                  <a:lnTo>
                    <a:pt x="728669" y="411650"/>
                  </a:lnTo>
                  <a:lnTo>
                    <a:pt x="731520" y="365759"/>
                  </a:lnTo>
                  <a:lnTo>
                    <a:pt x="728669" y="319869"/>
                  </a:lnTo>
                  <a:lnTo>
                    <a:pt x="720344" y="275682"/>
                  </a:lnTo>
                  <a:lnTo>
                    <a:pt x="706891" y="233542"/>
                  </a:lnTo>
                  <a:lnTo>
                    <a:pt x="688650" y="193790"/>
                  </a:lnTo>
                  <a:lnTo>
                    <a:pt x="665967" y="156770"/>
                  </a:lnTo>
                  <a:lnTo>
                    <a:pt x="639185" y="122822"/>
                  </a:lnTo>
                  <a:lnTo>
                    <a:pt x="608646" y="92291"/>
                  </a:lnTo>
                  <a:lnTo>
                    <a:pt x="574694" y="65517"/>
                  </a:lnTo>
                  <a:lnTo>
                    <a:pt x="537673" y="42844"/>
                  </a:lnTo>
                  <a:lnTo>
                    <a:pt x="497925" y="24613"/>
                  </a:lnTo>
                  <a:lnTo>
                    <a:pt x="455795" y="11167"/>
                  </a:lnTo>
                  <a:lnTo>
                    <a:pt x="411625" y="284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B9C0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6192500" y="320027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80" y="0"/>
                  </a:move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79"/>
                  </a:lnTo>
                  <a:lnTo>
                    <a:pt x="6535" y="231483"/>
                  </a:lnTo>
                  <a:lnTo>
                    <a:pt x="24976" y="275166"/>
                  </a:lnTo>
                  <a:lnTo>
                    <a:pt x="53578" y="312181"/>
                  </a:lnTo>
                  <a:lnTo>
                    <a:pt x="90593" y="340783"/>
                  </a:lnTo>
                  <a:lnTo>
                    <a:pt x="134276" y="359224"/>
                  </a:lnTo>
                  <a:lnTo>
                    <a:pt x="182880" y="365759"/>
                  </a:lnTo>
                  <a:lnTo>
                    <a:pt x="231528" y="359224"/>
                  </a:lnTo>
                  <a:lnTo>
                    <a:pt x="275223" y="340783"/>
                  </a:lnTo>
                  <a:lnTo>
                    <a:pt x="312229" y="312181"/>
                  </a:lnTo>
                  <a:lnTo>
                    <a:pt x="340811" y="275166"/>
                  </a:lnTo>
                  <a:lnTo>
                    <a:pt x="359233" y="231483"/>
                  </a:lnTo>
                  <a:lnTo>
                    <a:pt x="365759" y="182879"/>
                  </a:lnTo>
                  <a:lnTo>
                    <a:pt x="359233" y="134276"/>
                  </a:lnTo>
                  <a:lnTo>
                    <a:pt x="340811" y="90593"/>
                  </a:lnTo>
                  <a:lnTo>
                    <a:pt x="312229" y="53578"/>
                  </a:lnTo>
                  <a:lnTo>
                    <a:pt x="275223" y="24976"/>
                  </a:lnTo>
                  <a:lnTo>
                    <a:pt x="231528" y="6535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FFC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3" name="object 103"/>
          <p:cNvGrpSpPr/>
          <p:nvPr/>
        </p:nvGrpSpPr>
        <p:grpSpPr>
          <a:xfrm>
            <a:off x="11755501" y="3200273"/>
            <a:ext cx="731520" cy="1939925"/>
            <a:chOff x="11755501" y="3200273"/>
            <a:chExt cx="731520" cy="1939925"/>
          </a:xfrm>
        </p:grpSpPr>
        <p:sp>
          <p:nvSpPr>
            <p:cNvPr id="104" name="object 104"/>
            <p:cNvSpPr/>
            <p:nvPr/>
          </p:nvSpPr>
          <p:spPr>
            <a:xfrm>
              <a:off x="11896598" y="3466338"/>
              <a:ext cx="481330" cy="1113790"/>
            </a:xfrm>
            <a:custGeom>
              <a:avLst/>
              <a:gdLst/>
              <a:ahLst/>
              <a:cxnLst/>
              <a:rect l="l" t="t" r="r" b="b"/>
              <a:pathLst>
                <a:path w="481329" h="1113789">
                  <a:moveTo>
                    <a:pt x="384809" y="0"/>
                  </a:moveTo>
                  <a:lnTo>
                    <a:pt x="96266" y="0"/>
                  </a:lnTo>
                  <a:lnTo>
                    <a:pt x="0" y="1113662"/>
                  </a:lnTo>
                  <a:lnTo>
                    <a:pt x="481075" y="1113662"/>
                  </a:lnTo>
                  <a:lnTo>
                    <a:pt x="384809" y="0"/>
                  </a:lnTo>
                  <a:close/>
                </a:path>
              </a:pathLst>
            </a:custGeom>
            <a:solidFill>
              <a:srgbClr val="F0F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1755501" y="440817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759" y="0"/>
                  </a:moveTo>
                  <a:lnTo>
                    <a:pt x="319869" y="2848"/>
                  </a:lnTo>
                  <a:lnTo>
                    <a:pt x="275682" y="11167"/>
                  </a:lnTo>
                  <a:lnTo>
                    <a:pt x="233542" y="24613"/>
                  </a:lnTo>
                  <a:lnTo>
                    <a:pt x="193790" y="42844"/>
                  </a:lnTo>
                  <a:lnTo>
                    <a:pt x="156770" y="65517"/>
                  </a:lnTo>
                  <a:lnTo>
                    <a:pt x="122822" y="92291"/>
                  </a:lnTo>
                  <a:lnTo>
                    <a:pt x="92291" y="122822"/>
                  </a:lnTo>
                  <a:lnTo>
                    <a:pt x="65517" y="156770"/>
                  </a:lnTo>
                  <a:lnTo>
                    <a:pt x="42844" y="193790"/>
                  </a:lnTo>
                  <a:lnTo>
                    <a:pt x="24613" y="233542"/>
                  </a:lnTo>
                  <a:lnTo>
                    <a:pt x="11167" y="275682"/>
                  </a:lnTo>
                  <a:lnTo>
                    <a:pt x="2848" y="319869"/>
                  </a:lnTo>
                  <a:lnTo>
                    <a:pt x="0" y="365759"/>
                  </a:lnTo>
                  <a:lnTo>
                    <a:pt x="2848" y="411650"/>
                  </a:lnTo>
                  <a:lnTo>
                    <a:pt x="11167" y="455837"/>
                  </a:lnTo>
                  <a:lnTo>
                    <a:pt x="24613" y="497977"/>
                  </a:lnTo>
                  <a:lnTo>
                    <a:pt x="42844" y="537729"/>
                  </a:lnTo>
                  <a:lnTo>
                    <a:pt x="65517" y="574749"/>
                  </a:lnTo>
                  <a:lnTo>
                    <a:pt x="92291" y="608697"/>
                  </a:lnTo>
                  <a:lnTo>
                    <a:pt x="122822" y="639228"/>
                  </a:lnTo>
                  <a:lnTo>
                    <a:pt x="156770" y="666002"/>
                  </a:lnTo>
                  <a:lnTo>
                    <a:pt x="193790" y="688675"/>
                  </a:lnTo>
                  <a:lnTo>
                    <a:pt x="233542" y="706906"/>
                  </a:lnTo>
                  <a:lnTo>
                    <a:pt x="275682" y="720352"/>
                  </a:lnTo>
                  <a:lnTo>
                    <a:pt x="319869" y="728671"/>
                  </a:lnTo>
                  <a:lnTo>
                    <a:pt x="365759" y="731519"/>
                  </a:lnTo>
                  <a:lnTo>
                    <a:pt x="411650" y="728671"/>
                  </a:lnTo>
                  <a:lnTo>
                    <a:pt x="455837" y="720352"/>
                  </a:lnTo>
                  <a:lnTo>
                    <a:pt x="497977" y="706906"/>
                  </a:lnTo>
                  <a:lnTo>
                    <a:pt x="537729" y="688675"/>
                  </a:lnTo>
                  <a:lnTo>
                    <a:pt x="574749" y="666002"/>
                  </a:lnTo>
                  <a:lnTo>
                    <a:pt x="608697" y="639228"/>
                  </a:lnTo>
                  <a:lnTo>
                    <a:pt x="639228" y="608697"/>
                  </a:lnTo>
                  <a:lnTo>
                    <a:pt x="666002" y="574749"/>
                  </a:lnTo>
                  <a:lnTo>
                    <a:pt x="688675" y="537729"/>
                  </a:lnTo>
                  <a:lnTo>
                    <a:pt x="706906" y="497977"/>
                  </a:lnTo>
                  <a:lnTo>
                    <a:pt x="720352" y="455837"/>
                  </a:lnTo>
                  <a:lnTo>
                    <a:pt x="728671" y="411650"/>
                  </a:lnTo>
                  <a:lnTo>
                    <a:pt x="731520" y="365759"/>
                  </a:lnTo>
                  <a:lnTo>
                    <a:pt x="728671" y="319869"/>
                  </a:lnTo>
                  <a:lnTo>
                    <a:pt x="720352" y="275682"/>
                  </a:lnTo>
                  <a:lnTo>
                    <a:pt x="706906" y="233542"/>
                  </a:lnTo>
                  <a:lnTo>
                    <a:pt x="688675" y="193790"/>
                  </a:lnTo>
                  <a:lnTo>
                    <a:pt x="666002" y="156770"/>
                  </a:lnTo>
                  <a:lnTo>
                    <a:pt x="639228" y="122822"/>
                  </a:lnTo>
                  <a:lnTo>
                    <a:pt x="608697" y="92291"/>
                  </a:lnTo>
                  <a:lnTo>
                    <a:pt x="574749" y="65517"/>
                  </a:lnTo>
                  <a:lnTo>
                    <a:pt x="537729" y="42844"/>
                  </a:lnTo>
                  <a:lnTo>
                    <a:pt x="497977" y="24613"/>
                  </a:lnTo>
                  <a:lnTo>
                    <a:pt x="455837" y="11167"/>
                  </a:lnTo>
                  <a:lnTo>
                    <a:pt x="411650" y="284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076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1932793" y="320027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4231" y="6535"/>
                  </a:lnTo>
                  <a:lnTo>
                    <a:pt x="90536" y="24976"/>
                  </a:lnTo>
                  <a:lnTo>
                    <a:pt x="53530" y="53578"/>
                  </a:lnTo>
                  <a:lnTo>
                    <a:pt x="24948" y="90593"/>
                  </a:lnTo>
                  <a:lnTo>
                    <a:pt x="6526" y="134276"/>
                  </a:lnTo>
                  <a:lnTo>
                    <a:pt x="0" y="182879"/>
                  </a:lnTo>
                  <a:lnTo>
                    <a:pt x="6526" y="231483"/>
                  </a:lnTo>
                  <a:lnTo>
                    <a:pt x="24948" y="275166"/>
                  </a:lnTo>
                  <a:lnTo>
                    <a:pt x="53530" y="312181"/>
                  </a:lnTo>
                  <a:lnTo>
                    <a:pt x="90536" y="340783"/>
                  </a:lnTo>
                  <a:lnTo>
                    <a:pt x="134231" y="359224"/>
                  </a:lnTo>
                  <a:lnTo>
                    <a:pt x="182879" y="365759"/>
                  </a:lnTo>
                  <a:lnTo>
                    <a:pt x="231483" y="359224"/>
                  </a:lnTo>
                  <a:lnTo>
                    <a:pt x="275166" y="340783"/>
                  </a:lnTo>
                  <a:lnTo>
                    <a:pt x="312181" y="312181"/>
                  </a:lnTo>
                  <a:lnTo>
                    <a:pt x="340783" y="275166"/>
                  </a:lnTo>
                  <a:lnTo>
                    <a:pt x="359224" y="231483"/>
                  </a:lnTo>
                  <a:lnTo>
                    <a:pt x="365759" y="182879"/>
                  </a:lnTo>
                  <a:lnTo>
                    <a:pt x="359224" y="134276"/>
                  </a:lnTo>
                  <a:lnTo>
                    <a:pt x="340783" y="90593"/>
                  </a:lnTo>
                  <a:lnTo>
                    <a:pt x="312181" y="53578"/>
                  </a:lnTo>
                  <a:lnTo>
                    <a:pt x="275166" y="24976"/>
                  </a:lnTo>
                  <a:lnTo>
                    <a:pt x="231483" y="6535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3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11888216" y="4539488"/>
            <a:ext cx="467995" cy="4318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31750">
              <a:lnSpc>
                <a:spcPts val="1510"/>
              </a:lnSpc>
              <a:spcBef>
                <a:spcPts val="295"/>
              </a:spcBef>
            </a:pPr>
            <a:r>
              <a:rPr sz="1400" spc="-25">
                <a:solidFill>
                  <a:srgbClr val="FFFFFF"/>
                </a:solidFill>
                <a:latin typeface="Arial"/>
                <a:cs typeface="Arial"/>
              </a:rPr>
              <a:t>SAS </a:t>
            </a:r>
            <a:r>
              <a:rPr sz="1400" spc="-60">
                <a:solidFill>
                  <a:srgbClr val="FFFFFF"/>
                </a:solidFill>
                <a:latin typeface="Arial"/>
                <a:cs typeface="Arial"/>
              </a:rPr>
              <a:t>BLUE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9" name="object 10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  <p:sp>
        <p:nvSpPr>
          <p:cNvPr id="108" name="object 108"/>
          <p:cNvSpPr txBox="1"/>
          <p:nvPr/>
        </p:nvSpPr>
        <p:spPr>
          <a:xfrm>
            <a:off x="7642606" y="9099905"/>
            <a:ext cx="36429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20">
                <a:latin typeface="Arial"/>
                <a:cs typeface="Arial"/>
              </a:rPr>
              <a:t>*This</a:t>
            </a:r>
            <a:r>
              <a:rPr sz="1400" spc="-5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was</a:t>
            </a:r>
            <a:r>
              <a:rPr sz="1400" spc="-2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the</a:t>
            </a:r>
            <a:r>
              <a:rPr sz="1400" spc="-4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previous</a:t>
            </a:r>
            <a:r>
              <a:rPr sz="1400" spc="-4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corporate</a:t>
            </a:r>
            <a:r>
              <a:rPr sz="1400" spc="-35">
                <a:latin typeface="Arial"/>
                <a:cs typeface="Arial"/>
              </a:rPr>
              <a:t> </a:t>
            </a:r>
            <a:r>
              <a:rPr sz="1400" spc="-60">
                <a:latin typeface="Arial"/>
                <a:cs typeface="Arial"/>
              </a:rPr>
              <a:t>PPT</a:t>
            </a:r>
            <a:r>
              <a:rPr sz="1400" spc="-30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theme </a:t>
            </a:r>
            <a:r>
              <a:rPr sz="1400" spc="-20">
                <a:latin typeface="Arial"/>
                <a:cs typeface="Arial"/>
              </a:rPr>
              <a:t>used</a:t>
            </a:r>
            <a:r>
              <a:rPr sz="1400" spc="-6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prior</a:t>
            </a:r>
            <a:r>
              <a:rPr sz="1400" spc="-45">
                <a:latin typeface="Arial"/>
                <a:cs typeface="Arial"/>
              </a:rPr>
              <a:t> </a:t>
            </a:r>
            <a:r>
              <a:rPr sz="1400" spc="75">
                <a:latin typeface="Arial"/>
                <a:cs typeface="Arial"/>
              </a:rPr>
              <a:t>to</a:t>
            </a:r>
            <a:r>
              <a:rPr sz="1400" spc="-6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Sept</a:t>
            </a:r>
            <a:r>
              <a:rPr sz="1400" spc="-6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2023.</a:t>
            </a:r>
            <a:r>
              <a:rPr sz="1400" spc="-65">
                <a:latin typeface="Arial"/>
                <a:cs typeface="Arial"/>
              </a:rPr>
              <a:t> </a:t>
            </a:r>
            <a:r>
              <a:rPr sz="1400" spc="65">
                <a:latin typeface="Arial"/>
                <a:cs typeface="Arial"/>
              </a:rPr>
              <a:t>It</a:t>
            </a:r>
            <a:r>
              <a:rPr sz="1400" spc="-6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should</a:t>
            </a:r>
            <a:r>
              <a:rPr sz="1400" spc="-5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no</a:t>
            </a:r>
            <a:r>
              <a:rPr sz="1400" spc="-6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longer</a:t>
            </a:r>
            <a:r>
              <a:rPr sz="1400" spc="-65">
                <a:latin typeface="Arial"/>
                <a:cs typeface="Arial"/>
              </a:rPr>
              <a:t> </a:t>
            </a:r>
            <a:r>
              <a:rPr sz="1400" spc="-25">
                <a:latin typeface="Arial"/>
                <a:cs typeface="Arial"/>
              </a:rPr>
              <a:t>be </a:t>
            </a:r>
            <a:r>
              <a:rPr sz="1400" spc="-10">
                <a:latin typeface="Arial"/>
                <a:cs typeface="Arial"/>
              </a:rPr>
              <a:t>used.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766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68410" y="8389366"/>
            <a:ext cx="1734185" cy="732155"/>
          </a:xfrm>
          <a:custGeom>
            <a:avLst/>
            <a:gdLst/>
            <a:ahLst/>
            <a:cxnLst/>
            <a:rect l="l" t="t" r="r" b="b"/>
            <a:pathLst>
              <a:path w="1734184" h="732154">
                <a:moveTo>
                  <a:pt x="553732" y="511429"/>
                </a:moveTo>
                <a:lnTo>
                  <a:pt x="547535" y="459130"/>
                </a:lnTo>
                <a:lnTo>
                  <a:pt x="530186" y="417322"/>
                </a:lnTo>
                <a:lnTo>
                  <a:pt x="503504" y="384492"/>
                </a:lnTo>
                <a:lnTo>
                  <a:pt x="469353" y="359117"/>
                </a:lnTo>
                <a:lnTo>
                  <a:pt x="429577" y="339686"/>
                </a:lnTo>
                <a:lnTo>
                  <a:pt x="386003" y="324688"/>
                </a:lnTo>
                <a:lnTo>
                  <a:pt x="340474" y="312623"/>
                </a:lnTo>
                <a:lnTo>
                  <a:pt x="290042" y="300355"/>
                </a:lnTo>
                <a:lnTo>
                  <a:pt x="240868" y="287947"/>
                </a:lnTo>
                <a:lnTo>
                  <a:pt x="196456" y="273088"/>
                </a:lnTo>
                <a:lnTo>
                  <a:pt x="160350" y="253504"/>
                </a:lnTo>
                <a:lnTo>
                  <a:pt x="136105" y="226860"/>
                </a:lnTo>
                <a:lnTo>
                  <a:pt x="127241" y="190881"/>
                </a:lnTo>
                <a:lnTo>
                  <a:pt x="139877" y="147447"/>
                </a:lnTo>
                <a:lnTo>
                  <a:pt x="172516" y="120027"/>
                </a:lnTo>
                <a:lnTo>
                  <a:pt x="217233" y="105702"/>
                </a:lnTo>
                <a:lnTo>
                  <a:pt x="266077" y="101561"/>
                </a:lnTo>
                <a:lnTo>
                  <a:pt x="308292" y="105283"/>
                </a:lnTo>
                <a:lnTo>
                  <a:pt x="347789" y="117424"/>
                </a:lnTo>
                <a:lnTo>
                  <a:pt x="381266" y="139522"/>
                </a:lnTo>
                <a:lnTo>
                  <a:pt x="405485" y="173113"/>
                </a:lnTo>
                <a:lnTo>
                  <a:pt x="417182" y="219697"/>
                </a:lnTo>
                <a:lnTo>
                  <a:pt x="524827" y="219697"/>
                </a:lnTo>
                <a:lnTo>
                  <a:pt x="517931" y="167208"/>
                </a:lnTo>
                <a:lnTo>
                  <a:pt x="503885" y="123126"/>
                </a:lnTo>
                <a:lnTo>
                  <a:pt x="483311" y="86868"/>
                </a:lnTo>
                <a:lnTo>
                  <a:pt x="456831" y="57823"/>
                </a:lnTo>
                <a:lnTo>
                  <a:pt x="425056" y="35407"/>
                </a:lnTo>
                <a:lnTo>
                  <a:pt x="388607" y="19024"/>
                </a:lnTo>
                <a:lnTo>
                  <a:pt x="348094" y="8051"/>
                </a:lnTo>
                <a:lnTo>
                  <a:pt x="304165" y="1917"/>
                </a:lnTo>
                <a:lnTo>
                  <a:pt x="257403" y="0"/>
                </a:lnTo>
                <a:lnTo>
                  <a:pt x="214134" y="2781"/>
                </a:lnTo>
                <a:lnTo>
                  <a:pt x="171132" y="11315"/>
                </a:lnTo>
                <a:lnTo>
                  <a:pt x="130098" y="25869"/>
                </a:lnTo>
                <a:lnTo>
                  <a:pt x="92722" y="46723"/>
                </a:lnTo>
                <a:lnTo>
                  <a:pt x="60706" y="74180"/>
                </a:lnTo>
                <a:lnTo>
                  <a:pt x="35737" y="108483"/>
                </a:lnTo>
                <a:lnTo>
                  <a:pt x="19519" y="149936"/>
                </a:lnTo>
                <a:lnTo>
                  <a:pt x="13741" y="198805"/>
                </a:lnTo>
                <a:lnTo>
                  <a:pt x="19977" y="250596"/>
                </a:lnTo>
                <a:lnTo>
                  <a:pt x="37426" y="292112"/>
                </a:lnTo>
                <a:lnTo>
                  <a:pt x="64211" y="324802"/>
                </a:lnTo>
                <a:lnTo>
                  <a:pt x="98463" y="350100"/>
                </a:lnTo>
                <a:lnTo>
                  <a:pt x="138264" y="369455"/>
                </a:lnTo>
                <a:lnTo>
                  <a:pt x="181762" y="384340"/>
                </a:lnTo>
                <a:lnTo>
                  <a:pt x="227050" y="396176"/>
                </a:lnTo>
                <a:lnTo>
                  <a:pt x="279984" y="408635"/>
                </a:lnTo>
                <a:lnTo>
                  <a:pt x="329882" y="421652"/>
                </a:lnTo>
                <a:lnTo>
                  <a:pt x="373799" y="437591"/>
                </a:lnTo>
                <a:lnTo>
                  <a:pt x="408787" y="458812"/>
                </a:lnTo>
                <a:lnTo>
                  <a:pt x="431939" y="487680"/>
                </a:lnTo>
                <a:lnTo>
                  <a:pt x="440309" y="526554"/>
                </a:lnTo>
                <a:lnTo>
                  <a:pt x="430288" y="571093"/>
                </a:lnTo>
                <a:lnTo>
                  <a:pt x="403923" y="601027"/>
                </a:lnTo>
                <a:lnTo>
                  <a:pt x="366725" y="619074"/>
                </a:lnTo>
                <a:lnTo>
                  <a:pt x="324243" y="627926"/>
                </a:lnTo>
                <a:lnTo>
                  <a:pt x="281978" y="630275"/>
                </a:lnTo>
                <a:lnTo>
                  <a:pt x="238620" y="627405"/>
                </a:lnTo>
                <a:lnTo>
                  <a:pt x="198183" y="618058"/>
                </a:lnTo>
                <a:lnTo>
                  <a:pt x="162737" y="601192"/>
                </a:lnTo>
                <a:lnTo>
                  <a:pt x="134353" y="575754"/>
                </a:lnTo>
                <a:lnTo>
                  <a:pt x="115087" y="540651"/>
                </a:lnTo>
                <a:lnTo>
                  <a:pt x="106997" y="494855"/>
                </a:lnTo>
                <a:lnTo>
                  <a:pt x="0" y="494855"/>
                </a:lnTo>
                <a:lnTo>
                  <a:pt x="6159" y="548703"/>
                </a:lnTo>
                <a:lnTo>
                  <a:pt x="20269" y="594779"/>
                </a:lnTo>
                <a:lnTo>
                  <a:pt x="41554" y="633450"/>
                </a:lnTo>
                <a:lnTo>
                  <a:pt x="69227" y="665124"/>
                </a:lnTo>
                <a:lnTo>
                  <a:pt x="102514" y="690168"/>
                </a:lnTo>
                <a:lnTo>
                  <a:pt x="140639" y="708990"/>
                </a:lnTo>
                <a:lnTo>
                  <a:pt x="182803" y="721944"/>
                </a:lnTo>
                <a:lnTo>
                  <a:pt x="228257" y="729437"/>
                </a:lnTo>
                <a:lnTo>
                  <a:pt x="276199" y="731850"/>
                </a:lnTo>
                <a:lnTo>
                  <a:pt x="320560" y="729767"/>
                </a:lnTo>
                <a:lnTo>
                  <a:pt x="364578" y="723201"/>
                </a:lnTo>
                <a:lnTo>
                  <a:pt x="406958" y="711682"/>
                </a:lnTo>
                <a:lnTo>
                  <a:pt x="446379" y="694715"/>
                </a:lnTo>
                <a:lnTo>
                  <a:pt x="481558" y="671817"/>
                </a:lnTo>
                <a:lnTo>
                  <a:pt x="511175" y="642531"/>
                </a:lnTo>
                <a:lnTo>
                  <a:pt x="533958" y="606348"/>
                </a:lnTo>
                <a:lnTo>
                  <a:pt x="548576" y="562813"/>
                </a:lnTo>
                <a:lnTo>
                  <a:pt x="553732" y="511429"/>
                </a:lnTo>
                <a:close/>
              </a:path>
              <a:path w="1734184" h="732154">
                <a:moveTo>
                  <a:pt x="1187043" y="623798"/>
                </a:moveTo>
                <a:lnTo>
                  <a:pt x="1177417" y="626935"/>
                </a:lnTo>
                <a:lnTo>
                  <a:pt x="1168933" y="628929"/>
                </a:lnTo>
                <a:lnTo>
                  <a:pt x="1161376" y="629983"/>
                </a:lnTo>
                <a:lnTo>
                  <a:pt x="1154569" y="630288"/>
                </a:lnTo>
                <a:lnTo>
                  <a:pt x="1134516" y="625614"/>
                </a:lnTo>
                <a:lnTo>
                  <a:pt x="1133208" y="623798"/>
                </a:lnTo>
                <a:lnTo>
                  <a:pt x="1124216" y="611276"/>
                </a:lnTo>
                <a:lnTo>
                  <a:pt x="1120419" y="586816"/>
                </a:lnTo>
                <a:lnTo>
                  <a:pt x="1119886" y="551764"/>
                </a:lnTo>
                <a:lnTo>
                  <a:pt x="1119886" y="354393"/>
                </a:lnTo>
                <a:lnTo>
                  <a:pt x="1119886" y="192328"/>
                </a:lnTo>
                <a:lnTo>
                  <a:pt x="1114183" y="137121"/>
                </a:lnTo>
                <a:lnTo>
                  <a:pt x="1098156" y="93294"/>
                </a:lnTo>
                <a:lnTo>
                  <a:pt x="1073429" y="59613"/>
                </a:lnTo>
                <a:lnTo>
                  <a:pt x="1041590" y="34848"/>
                </a:lnTo>
                <a:lnTo>
                  <a:pt x="1004277" y="17741"/>
                </a:lnTo>
                <a:lnTo>
                  <a:pt x="963079" y="7061"/>
                </a:lnTo>
                <a:lnTo>
                  <a:pt x="919619" y="1562"/>
                </a:lnTo>
                <a:lnTo>
                  <a:pt x="875499" y="0"/>
                </a:lnTo>
                <a:lnTo>
                  <a:pt x="827938" y="2336"/>
                </a:lnTo>
                <a:lnTo>
                  <a:pt x="782701" y="9626"/>
                </a:lnTo>
                <a:lnTo>
                  <a:pt x="740587" y="22275"/>
                </a:lnTo>
                <a:lnTo>
                  <a:pt x="702424" y="40703"/>
                </a:lnTo>
                <a:lnTo>
                  <a:pt x="669023" y="65341"/>
                </a:lnTo>
                <a:lnTo>
                  <a:pt x="641197" y="96570"/>
                </a:lnTo>
                <a:lnTo>
                  <a:pt x="619760" y="134835"/>
                </a:lnTo>
                <a:lnTo>
                  <a:pt x="605523" y="180543"/>
                </a:lnTo>
                <a:lnTo>
                  <a:pt x="599313" y="234099"/>
                </a:lnTo>
                <a:lnTo>
                  <a:pt x="706285" y="234099"/>
                </a:lnTo>
                <a:lnTo>
                  <a:pt x="716419" y="181038"/>
                </a:lnTo>
                <a:lnTo>
                  <a:pt x="739521" y="143268"/>
                </a:lnTo>
                <a:lnTo>
                  <a:pt x="773811" y="118757"/>
                </a:lnTo>
                <a:lnTo>
                  <a:pt x="817549" y="105537"/>
                </a:lnTo>
                <a:lnTo>
                  <a:pt x="868946" y="101561"/>
                </a:lnTo>
                <a:lnTo>
                  <a:pt x="910183" y="104089"/>
                </a:lnTo>
                <a:lnTo>
                  <a:pt x="949490" y="113804"/>
                </a:lnTo>
                <a:lnTo>
                  <a:pt x="982700" y="133934"/>
                </a:lnTo>
                <a:lnTo>
                  <a:pt x="1005687" y="167665"/>
                </a:lnTo>
                <a:lnTo>
                  <a:pt x="1014260" y="218249"/>
                </a:lnTo>
                <a:lnTo>
                  <a:pt x="1012825" y="224675"/>
                </a:lnTo>
                <a:lnTo>
                  <a:pt x="1012825" y="472528"/>
                </a:lnTo>
                <a:lnTo>
                  <a:pt x="992581" y="541604"/>
                </a:lnTo>
                <a:lnTo>
                  <a:pt x="966203" y="575170"/>
                </a:lnTo>
                <a:lnTo>
                  <a:pt x="928014" y="603465"/>
                </a:lnTo>
                <a:lnTo>
                  <a:pt x="877303" y="622998"/>
                </a:lnTo>
                <a:lnTo>
                  <a:pt x="813346" y="630288"/>
                </a:lnTo>
                <a:lnTo>
                  <a:pt x="766229" y="624928"/>
                </a:lnTo>
                <a:lnTo>
                  <a:pt x="726020" y="607415"/>
                </a:lnTo>
                <a:lnTo>
                  <a:pt x="698004" y="575576"/>
                </a:lnTo>
                <a:lnTo>
                  <a:pt x="687489" y="527278"/>
                </a:lnTo>
                <a:lnTo>
                  <a:pt x="698080" y="473760"/>
                </a:lnTo>
                <a:lnTo>
                  <a:pt x="726643" y="437870"/>
                </a:lnTo>
                <a:lnTo>
                  <a:pt x="768350" y="415340"/>
                </a:lnTo>
                <a:lnTo>
                  <a:pt x="818349" y="401942"/>
                </a:lnTo>
                <a:lnTo>
                  <a:pt x="927252" y="385191"/>
                </a:lnTo>
                <a:lnTo>
                  <a:pt x="975233" y="373570"/>
                </a:lnTo>
                <a:lnTo>
                  <a:pt x="1012812" y="354393"/>
                </a:lnTo>
                <a:lnTo>
                  <a:pt x="1012825" y="472528"/>
                </a:lnTo>
                <a:lnTo>
                  <a:pt x="1012825" y="224675"/>
                </a:lnTo>
                <a:lnTo>
                  <a:pt x="983640" y="277901"/>
                </a:lnTo>
                <a:lnTo>
                  <a:pt x="904189" y="302666"/>
                </a:lnTo>
                <a:lnTo>
                  <a:pt x="851979" y="310718"/>
                </a:lnTo>
                <a:lnTo>
                  <a:pt x="794550" y="320535"/>
                </a:lnTo>
                <a:lnTo>
                  <a:pt x="753313" y="329920"/>
                </a:lnTo>
                <a:lnTo>
                  <a:pt x="713422" y="341630"/>
                </a:lnTo>
                <a:lnTo>
                  <a:pt x="676173" y="357035"/>
                </a:lnTo>
                <a:lnTo>
                  <a:pt x="642823" y="377444"/>
                </a:lnTo>
                <a:lnTo>
                  <a:pt x="614654" y="404202"/>
                </a:lnTo>
                <a:lnTo>
                  <a:pt x="592963" y="438645"/>
                </a:lnTo>
                <a:lnTo>
                  <a:pt x="579005" y="482104"/>
                </a:lnTo>
                <a:lnTo>
                  <a:pt x="574065" y="535914"/>
                </a:lnTo>
                <a:lnTo>
                  <a:pt x="579780" y="590537"/>
                </a:lnTo>
                <a:lnTo>
                  <a:pt x="596023" y="635558"/>
                </a:lnTo>
                <a:lnTo>
                  <a:pt x="621512" y="671398"/>
                </a:lnTo>
                <a:lnTo>
                  <a:pt x="654913" y="698500"/>
                </a:lnTo>
                <a:lnTo>
                  <a:pt x="694905" y="717321"/>
                </a:lnTo>
                <a:lnTo>
                  <a:pt x="740194" y="728294"/>
                </a:lnTo>
                <a:lnTo>
                  <a:pt x="789444" y="731850"/>
                </a:lnTo>
                <a:lnTo>
                  <a:pt x="842632" y="727735"/>
                </a:lnTo>
                <a:lnTo>
                  <a:pt x="892644" y="715187"/>
                </a:lnTo>
                <a:lnTo>
                  <a:pt x="939063" y="693889"/>
                </a:lnTo>
                <a:lnTo>
                  <a:pt x="981443" y="663524"/>
                </a:lnTo>
                <a:lnTo>
                  <a:pt x="1013180" y="630288"/>
                </a:lnTo>
                <a:lnTo>
                  <a:pt x="1019378" y="623798"/>
                </a:lnTo>
                <a:lnTo>
                  <a:pt x="1025766" y="672592"/>
                </a:lnTo>
                <a:lnTo>
                  <a:pt x="1044016" y="706183"/>
                </a:lnTo>
                <a:lnTo>
                  <a:pt x="1072705" y="725601"/>
                </a:lnTo>
                <a:lnTo>
                  <a:pt x="1110437" y="731850"/>
                </a:lnTo>
                <a:lnTo>
                  <a:pt x="1134122" y="730643"/>
                </a:lnTo>
                <a:lnTo>
                  <a:pt x="1154455" y="727075"/>
                </a:lnTo>
                <a:lnTo>
                  <a:pt x="1171930" y="721207"/>
                </a:lnTo>
                <a:lnTo>
                  <a:pt x="1187043" y="713117"/>
                </a:lnTo>
                <a:lnTo>
                  <a:pt x="1187043" y="630288"/>
                </a:lnTo>
                <a:lnTo>
                  <a:pt x="1187043" y="623798"/>
                </a:lnTo>
                <a:close/>
              </a:path>
              <a:path w="1734184" h="732154">
                <a:moveTo>
                  <a:pt x="1733638" y="511429"/>
                </a:moveTo>
                <a:lnTo>
                  <a:pt x="1727441" y="459130"/>
                </a:lnTo>
                <a:lnTo>
                  <a:pt x="1710067" y="417322"/>
                </a:lnTo>
                <a:lnTo>
                  <a:pt x="1683385" y="384492"/>
                </a:lnTo>
                <a:lnTo>
                  <a:pt x="1649222" y="359117"/>
                </a:lnTo>
                <a:lnTo>
                  <a:pt x="1609432" y="339686"/>
                </a:lnTo>
                <a:lnTo>
                  <a:pt x="1565871" y="324688"/>
                </a:lnTo>
                <a:lnTo>
                  <a:pt x="1520380" y="312623"/>
                </a:lnTo>
                <a:lnTo>
                  <a:pt x="1469910" y="300355"/>
                </a:lnTo>
                <a:lnTo>
                  <a:pt x="1420723" y="287947"/>
                </a:lnTo>
                <a:lnTo>
                  <a:pt x="1376311" y="273088"/>
                </a:lnTo>
                <a:lnTo>
                  <a:pt x="1340218" y="253504"/>
                </a:lnTo>
                <a:lnTo>
                  <a:pt x="1315986" y="226860"/>
                </a:lnTo>
                <a:lnTo>
                  <a:pt x="1307122" y="190881"/>
                </a:lnTo>
                <a:lnTo>
                  <a:pt x="1319745" y="147447"/>
                </a:lnTo>
                <a:lnTo>
                  <a:pt x="1352359" y="120027"/>
                </a:lnTo>
                <a:lnTo>
                  <a:pt x="1397050" y="105702"/>
                </a:lnTo>
                <a:lnTo>
                  <a:pt x="1445882" y="101561"/>
                </a:lnTo>
                <a:lnTo>
                  <a:pt x="1487843" y="105283"/>
                </a:lnTo>
                <a:lnTo>
                  <a:pt x="1527302" y="117424"/>
                </a:lnTo>
                <a:lnTo>
                  <a:pt x="1560880" y="139522"/>
                </a:lnTo>
                <a:lnTo>
                  <a:pt x="1585239" y="173113"/>
                </a:lnTo>
                <a:lnTo>
                  <a:pt x="1596986" y="219697"/>
                </a:lnTo>
                <a:lnTo>
                  <a:pt x="1703959" y="219697"/>
                </a:lnTo>
                <a:lnTo>
                  <a:pt x="1697228" y="167208"/>
                </a:lnTo>
                <a:lnTo>
                  <a:pt x="1683270" y="123126"/>
                </a:lnTo>
                <a:lnTo>
                  <a:pt x="1662722" y="86868"/>
                </a:lnTo>
                <a:lnTo>
                  <a:pt x="1636204" y="57823"/>
                </a:lnTo>
                <a:lnTo>
                  <a:pt x="1604365" y="35407"/>
                </a:lnTo>
                <a:lnTo>
                  <a:pt x="1567840" y="19024"/>
                </a:lnTo>
                <a:lnTo>
                  <a:pt x="1527276" y="8051"/>
                </a:lnTo>
                <a:lnTo>
                  <a:pt x="1483296" y="1917"/>
                </a:lnTo>
                <a:lnTo>
                  <a:pt x="1436535" y="0"/>
                </a:lnTo>
                <a:lnTo>
                  <a:pt x="1393469" y="2781"/>
                </a:lnTo>
                <a:lnTo>
                  <a:pt x="1350568" y="11315"/>
                </a:lnTo>
                <a:lnTo>
                  <a:pt x="1309547" y="25869"/>
                </a:lnTo>
                <a:lnTo>
                  <a:pt x="1272120" y="46723"/>
                </a:lnTo>
                <a:lnTo>
                  <a:pt x="1240015" y="74180"/>
                </a:lnTo>
                <a:lnTo>
                  <a:pt x="1214945" y="108483"/>
                </a:lnTo>
                <a:lnTo>
                  <a:pt x="1198651" y="149936"/>
                </a:lnTo>
                <a:lnTo>
                  <a:pt x="1192834" y="198805"/>
                </a:lnTo>
                <a:lnTo>
                  <a:pt x="1199108" y="250596"/>
                </a:lnTo>
                <a:lnTo>
                  <a:pt x="1216647" y="292112"/>
                </a:lnTo>
                <a:lnTo>
                  <a:pt x="1243545" y="324802"/>
                </a:lnTo>
                <a:lnTo>
                  <a:pt x="1277848" y="350100"/>
                </a:lnTo>
                <a:lnTo>
                  <a:pt x="1317663" y="369455"/>
                </a:lnTo>
                <a:lnTo>
                  <a:pt x="1361046" y="384340"/>
                </a:lnTo>
                <a:lnTo>
                  <a:pt x="1406093" y="396176"/>
                </a:lnTo>
                <a:lnTo>
                  <a:pt x="1459306" y="408635"/>
                </a:lnTo>
                <a:lnTo>
                  <a:pt x="1509280" y="421652"/>
                </a:lnTo>
                <a:lnTo>
                  <a:pt x="1553171" y="437591"/>
                </a:lnTo>
                <a:lnTo>
                  <a:pt x="1588071" y="458812"/>
                </a:lnTo>
                <a:lnTo>
                  <a:pt x="1611122" y="487680"/>
                </a:lnTo>
                <a:lnTo>
                  <a:pt x="1619440" y="526554"/>
                </a:lnTo>
                <a:lnTo>
                  <a:pt x="1609509" y="571093"/>
                </a:lnTo>
                <a:lnTo>
                  <a:pt x="1583321" y="601027"/>
                </a:lnTo>
                <a:lnTo>
                  <a:pt x="1546339" y="619074"/>
                </a:lnTo>
                <a:lnTo>
                  <a:pt x="1504010" y="627926"/>
                </a:lnTo>
                <a:lnTo>
                  <a:pt x="1461782" y="630275"/>
                </a:lnTo>
                <a:lnTo>
                  <a:pt x="1418463" y="627405"/>
                </a:lnTo>
                <a:lnTo>
                  <a:pt x="1378051" y="618058"/>
                </a:lnTo>
                <a:lnTo>
                  <a:pt x="1342605" y="601192"/>
                </a:lnTo>
                <a:lnTo>
                  <a:pt x="1314221" y="575754"/>
                </a:lnTo>
                <a:lnTo>
                  <a:pt x="1294955" y="540651"/>
                </a:lnTo>
                <a:lnTo>
                  <a:pt x="1286878" y="494855"/>
                </a:lnTo>
                <a:lnTo>
                  <a:pt x="1179144" y="494855"/>
                </a:lnTo>
                <a:lnTo>
                  <a:pt x="1185506" y="548703"/>
                </a:lnTo>
                <a:lnTo>
                  <a:pt x="1199781" y="594779"/>
                </a:lnTo>
                <a:lnTo>
                  <a:pt x="1221181" y="633450"/>
                </a:lnTo>
                <a:lnTo>
                  <a:pt x="1248943" y="665124"/>
                </a:lnTo>
                <a:lnTo>
                  <a:pt x="1282280" y="690168"/>
                </a:lnTo>
                <a:lnTo>
                  <a:pt x="1320431" y="708990"/>
                </a:lnTo>
                <a:lnTo>
                  <a:pt x="1362621" y="721944"/>
                </a:lnTo>
                <a:lnTo>
                  <a:pt x="1408074" y="729437"/>
                </a:lnTo>
                <a:lnTo>
                  <a:pt x="1456004" y="731850"/>
                </a:lnTo>
                <a:lnTo>
                  <a:pt x="1500378" y="729767"/>
                </a:lnTo>
                <a:lnTo>
                  <a:pt x="1544396" y="723201"/>
                </a:lnTo>
                <a:lnTo>
                  <a:pt x="1586788" y="711682"/>
                </a:lnTo>
                <a:lnTo>
                  <a:pt x="1626235" y="694715"/>
                </a:lnTo>
                <a:lnTo>
                  <a:pt x="1661414" y="671817"/>
                </a:lnTo>
                <a:lnTo>
                  <a:pt x="1691055" y="642531"/>
                </a:lnTo>
                <a:lnTo>
                  <a:pt x="1713839" y="606348"/>
                </a:lnTo>
                <a:lnTo>
                  <a:pt x="1728470" y="562813"/>
                </a:lnTo>
                <a:lnTo>
                  <a:pt x="1733638" y="511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63560" y="8275167"/>
            <a:ext cx="708660" cy="1059180"/>
          </a:xfrm>
          <a:custGeom>
            <a:avLst/>
            <a:gdLst/>
            <a:ahLst/>
            <a:cxnLst/>
            <a:rect l="l" t="t" r="r" b="b"/>
            <a:pathLst>
              <a:path w="708659" h="1059179">
                <a:moveTo>
                  <a:pt x="705802" y="232333"/>
                </a:moveTo>
                <a:lnTo>
                  <a:pt x="689229" y="192557"/>
                </a:lnTo>
                <a:lnTo>
                  <a:pt x="667575" y="155536"/>
                </a:lnTo>
                <a:lnTo>
                  <a:pt x="641235" y="121640"/>
                </a:lnTo>
                <a:lnTo>
                  <a:pt x="610590" y="91186"/>
                </a:lnTo>
                <a:lnTo>
                  <a:pt x="576021" y="64516"/>
                </a:lnTo>
                <a:lnTo>
                  <a:pt x="537895" y="41986"/>
                </a:lnTo>
                <a:lnTo>
                  <a:pt x="496620" y="23926"/>
                </a:lnTo>
                <a:lnTo>
                  <a:pt x="452564" y="10680"/>
                </a:lnTo>
                <a:lnTo>
                  <a:pt x="406095" y="2590"/>
                </a:lnTo>
                <a:lnTo>
                  <a:pt x="357619" y="0"/>
                </a:lnTo>
                <a:lnTo>
                  <a:pt x="307505" y="3238"/>
                </a:lnTo>
                <a:lnTo>
                  <a:pt x="256120" y="12661"/>
                </a:lnTo>
                <a:lnTo>
                  <a:pt x="188798" y="37782"/>
                </a:lnTo>
                <a:lnTo>
                  <a:pt x="124714" y="78511"/>
                </a:lnTo>
                <a:lnTo>
                  <a:pt x="95478" y="104178"/>
                </a:lnTo>
                <a:lnTo>
                  <a:pt x="68986" y="133083"/>
                </a:lnTo>
                <a:lnTo>
                  <a:pt x="45872" y="165011"/>
                </a:lnTo>
                <a:lnTo>
                  <a:pt x="26771" y="199745"/>
                </a:lnTo>
                <a:lnTo>
                  <a:pt x="12331" y="237058"/>
                </a:lnTo>
                <a:lnTo>
                  <a:pt x="3200" y="276733"/>
                </a:lnTo>
                <a:lnTo>
                  <a:pt x="0" y="318554"/>
                </a:lnTo>
                <a:lnTo>
                  <a:pt x="3390" y="362305"/>
                </a:lnTo>
                <a:lnTo>
                  <a:pt x="14008" y="407758"/>
                </a:lnTo>
                <a:lnTo>
                  <a:pt x="32499" y="454698"/>
                </a:lnTo>
                <a:lnTo>
                  <a:pt x="59486" y="502907"/>
                </a:lnTo>
                <a:lnTo>
                  <a:pt x="95643" y="552157"/>
                </a:lnTo>
                <a:lnTo>
                  <a:pt x="251066" y="738720"/>
                </a:lnTo>
                <a:lnTo>
                  <a:pt x="226491" y="710628"/>
                </a:lnTo>
                <a:lnTo>
                  <a:pt x="263359" y="754557"/>
                </a:lnTo>
                <a:lnTo>
                  <a:pt x="284378" y="771258"/>
                </a:lnTo>
                <a:lnTo>
                  <a:pt x="308902" y="777341"/>
                </a:lnTo>
                <a:lnTo>
                  <a:pt x="334530" y="773303"/>
                </a:lnTo>
                <a:lnTo>
                  <a:pt x="358787" y="759612"/>
                </a:lnTo>
                <a:lnTo>
                  <a:pt x="376897" y="738568"/>
                </a:lnTo>
                <a:lnTo>
                  <a:pt x="385991" y="713955"/>
                </a:lnTo>
                <a:lnTo>
                  <a:pt x="384924" y="688390"/>
                </a:lnTo>
                <a:lnTo>
                  <a:pt x="372529" y="664514"/>
                </a:lnTo>
                <a:lnTo>
                  <a:pt x="337108" y="622020"/>
                </a:lnTo>
                <a:lnTo>
                  <a:pt x="358063" y="646506"/>
                </a:lnTo>
                <a:lnTo>
                  <a:pt x="275742" y="547827"/>
                </a:lnTo>
                <a:lnTo>
                  <a:pt x="235165" y="498856"/>
                </a:lnTo>
                <a:lnTo>
                  <a:pt x="208407" y="459778"/>
                </a:lnTo>
                <a:lnTo>
                  <a:pt x="191439" y="419404"/>
                </a:lnTo>
                <a:lnTo>
                  <a:pt x="183857" y="378447"/>
                </a:lnTo>
                <a:lnTo>
                  <a:pt x="185242" y="337629"/>
                </a:lnTo>
                <a:lnTo>
                  <a:pt x="195173" y="297688"/>
                </a:lnTo>
                <a:lnTo>
                  <a:pt x="213207" y="259334"/>
                </a:lnTo>
                <a:lnTo>
                  <a:pt x="238937" y="223278"/>
                </a:lnTo>
                <a:lnTo>
                  <a:pt x="271945" y="190271"/>
                </a:lnTo>
                <a:lnTo>
                  <a:pt x="311797" y="161023"/>
                </a:lnTo>
                <a:lnTo>
                  <a:pt x="352844" y="141033"/>
                </a:lnTo>
                <a:lnTo>
                  <a:pt x="399046" y="128092"/>
                </a:lnTo>
                <a:lnTo>
                  <a:pt x="448487" y="122199"/>
                </a:lnTo>
                <a:lnTo>
                  <a:pt x="499249" y="123278"/>
                </a:lnTo>
                <a:lnTo>
                  <a:pt x="549414" y="131330"/>
                </a:lnTo>
                <a:lnTo>
                  <a:pt x="597065" y="146291"/>
                </a:lnTo>
                <a:lnTo>
                  <a:pt x="640295" y="168135"/>
                </a:lnTo>
                <a:lnTo>
                  <a:pt x="677189" y="196824"/>
                </a:lnTo>
                <a:lnTo>
                  <a:pt x="705802" y="232333"/>
                </a:lnTo>
                <a:close/>
              </a:path>
              <a:path w="708659" h="1059179">
                <a:moveTo>
                  <a:pt x="708494" y="739876"/>
                </a:moveTo>
                <a:lnTo>
                  <a:pt x="705091" y="696201"/>
                </a:lnTo>
                <a:lnTo>
                  <a:pt x="694436" y="650836"/>
                </a:lnTo>
                <a:lnTo>
                  <a:pt x="675894" y="603986"/>
                </a:lnTo>
                <a:lnTo>
                  <a:pt x="648817" y="555891"/>
                </a:lnTo>
                <a:lnTo>
                  <a:pt x="612546" y="506768"/>
                </a:lnTo>
                <a:lnTo>
                  <a:pt x="449884" y="310845"/>
                </a:lnTo>
                <a:lnTo>
                  <a:pt x="459270" y="321652"/>
                </a:lnTo>
                <a:lnTo>
                  <a:pt x="450303" y="310845"/>
                </a:lnTo>
                <a:lnTo>
                  <a:pt x="441934" y="300761"/>
                </a:lnTo>
                <a:lnTo>
                  <a:pt x="420611" y="284073"/>
                </a:lnTo>
                <a:lnTo>
                  <a:pt x="396113" y="277977"/>
                </a:lnTo>
                <a:lnTo>
                  <a:pt x="370662" y="282016"/>
                </a:lnTo>
                <a:lnTo>
                  <a:pt x="346494" y="295719"/>
                </a:lnTo>
                <a:lnTo>
                  <a:pt x="328396" y="316750"/>
                </a:lnTo>
                <a:lnTo>
                  <a:pt x="319303" y="341363"/>
                </a:lnTo>
                <a:lnTo>
                  <a:pt x="320370" y="366928"/>
                </a:lnTo>
                <a:lnTo>
                  <a:pt x="332765" y="390804"/>
                </a:lnTo>
                <a:lnTo>
                  <a:pt x="335661" y="394398"/>
                </a:lnTo>
                <a:lnTo>
                  <a:pt x="340156" y="400164"/>
                </a:lnTo>
                <a:lnTo>
                  <a:pt x="340652" y="400939"/>
                </a:lnTo>
                <a:lnTo>
                  <a:pt x="473735" y="559358"/>
                </a:lnTo>
                <a:lnTo>
                  <a:pt x="500291" y="598639"/>
                </a:lnTo>
                <a:lnTo>
                  <a:pt x="517093" y="639178"/>
                </a:lnTo>
                <a:lnTo>
                  <a:pt x="524560" y="680237"/>
                </a:lnTo>
                <a:lnTo>
                  <a:pt x="523125" y="721106"/>
                </a:lnTo>
                <a:lnTo>
                  <a:pt x="513194" y="761047"/>
                </a:lnTo>
                <a:lnTo>
                  <a:pt x="495211" y="799350"/>
                </a:lnTo>
                <a:lnTo>
                  <a:pt x="469595" y="835291"/>
                </a:lnTo>
                <a:lnTo>
                  <a:pt x="436753" y="868146"/>
                </a:lnTo>
                <a:lnTo>
                  <a:pt x="397116" y="897178"/>
                </a:lnTo>
                <a:lnTo>
                  <a:pt x="355866" y="917384"/>
                </a:lnTo>
                <a:lnTo>
                  <a:pt x="309562" y="930478"/>
                </a:lnTo>
                <a:lnTo>
                  <a:pt x="260070" y="936510"/>
                </a:lnTo>
                <a:lnTo>
                  <a:pt x="209296" y="935507"/>
                </a:lnTo>
                <a:lnTo>
                  <a:pt x="159131" y="927531"/>
                </a:lnTo>
                <a:lnTo>
                  <a:pt x="111467" y="912609"/>
                </a:lnTo>
                <a:lnTo>
                  <a:pt x="68186" y="890778"/>
                </a:lnTo>
                <a:lnTo>
                  <a:pt x="31191" y="862088"/>
                </a:lnTo>
                <a:lnTo>
                  <a:pt x="2374" y="826592"/>
                </a:lnTo>
                <a:lnTo>
                  <a:pt x="18973" y="866241"/>
                </a:lnTo>
                <a:lnTo>
                  <a:pt x="40652" y="903185"/>
                </a:lnTo>
                <a:lnTo>
                  <a:pt x="67043" y="937082"/>
                </a:lnTo>
                <a:lnTo>
                  <a:pt x="97751" y="967562"/>
                </a:lnTo>
                <a:lnTo>
                  <a:pt x="132384" y="994270"/>
                </a:lnTo>
                <a:lnTo>
                  <a:pt x="170548" y="1016850"/>
                </a:lnTo>
                <a:lnTo>
                  <a:pt x="212153" y="1035062"/>
                </a:lnTo>
                <a:lnTo>
                  <a:pt x="212293" y="1035062"/>
                </a:lnTo>
                <a:lnTo>
                  <a:pt x="255943" y="1048181"/>
                </a:lnTo>
                <a:lnTo>
                  <a:pt x="302387" y="1056233"/>
                </a:lnTo>
                <a:lnTo>
                  <a:pt x="350812" y="1058710"/>
                </a:lnTo>
                <a:lnTo>
                  <a:pt x="400824" y="1055281"/>
                </a:lnTo>
                <a:lnTo>
                  <a:pt x="452043" y="1045578"/>
                </a:lnTo>
                <a:lnTo>
                  <a:pt x="519404" y="1020445"/>
                </a:lnTo>
                <a:lnTo>
                  <a:pt x="583565" y="979716"/>
                </a:lnTo>
                <a:lnTo>
                  <a:pt x="612838" y="954062"/>
                </a:lnTo>
                <a:lnTo>
                  <a:pt x="639381" y="925169"/>
                </a:lnTo>
                <a:lnTo>
                  <a:pt x="662533" y="893267"/>
                </a:lnTo>
                <a:lnTo>
                  <a:pt x="681672" y="858558"/>
                </a:lnTo>
                <a:lnTo>
                  <a:pt x="696137" y="821283"/>
                </a:lnTo>
                <a:lnTo>
                  <a:pt x="705294" y="781646"/>
                </a:lnTo>
                <a:lnTo>
                  <a:pt x="708494" y="7398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9242" y="9062136"/>
            <a:ext cx="83934" cy="821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88167" y="9062136"/>
            <a:ext cx="83867" cy="8211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7D87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828820" y="9519958"/>
            <a:ext cx="1109345" cy="456565"/>
          </a:xfrm>
          <a:custGeom>
            <a:avLst/>
            <a:gdLst/>
            <a:ahLst/>
            <a:cxnLst/>
            <a:rect l="l" t="t" r="r" b="b"/>
            <a:pathLst>
              <a:path w="1109344" h="456565">
                <a:moveTo>
                  <a:pt x="304596" y="100241"/>
                </a:moveTo>
                <a:lnTo>
                  <a:pt x="283718" y="61061"/>
                </a:lnTo>
                <a:lnTo>
                  <a:pt x="251574" y="29895"/>
                </a:lnTo>
                <a:lnTo>
                  <a:pt x="210439" y="8839"/>
                </a:lnTo>
                <a:lnTo>
                  <a:pt x="162648" y="0"/>
                </a:lnTo>
                <a:lnTo>
                  <a:pt x="110502" y="5473"/>
                </a:lnTo>
                <a:lnTo>
                  <a:pt x="46355" y="40005"/>
                </a:lnTo>
                <a:lnTo>
                  <a:pt x="20929" y="69100"/>
                </a:lnTo>
                <a:lnTo>
                  <a:pt x="4368" y="104597"/>
                </a:lnTo>
                <a:lnTo>
                  <a:pt x="0" y="145351"/>
                </a:lnTo>
                <a:lnTo>
                  <a:pt x="11163" y="190233"/>
                </a:lnTo>
                <a:lnTo>
                  <a:pt x="41160" y="238125"/>
                </a:lnTo>
                <a:lnTo>
                  <a:pt x="108204" y="318731"/>
                </a:lnTo>
                <a:lnTo>
                  <a:pt x="97574" y="306374"/>
                </a:lnTo>
                <a:lnTo>
                  <a:pt x="113538" y="325602"/>
                </a:lnTo>
                <a:lnTo>
                  <a:pt x="122656" y="332752"/>
                </a:lnTo>
                <a:lnTo>
                  <a:pt x="133223" y="335330"/>
                </a:lnTo>
                <a:lnTo>
                  <a:pt x="144208" y="333552"/>
                </a:lnTo>
                <a:lnTo>
                  <a:pt x="154533" y="327621"/>
                </a:lnTo>
                <a:lnTo>
                  <a:pt x="162445" y="318541"/>
                </a:lnTo>
                <a:lnTo>
                  <a:pt x="166420" y="307949"/>
                </a:lnTo>
                <a:lnTo>
                  <a:pt x="165976" y="296938"/>
                </a:lnTo>
                <a:lnTo>
                  <a:pt x="160566" y="286588"/>
                </a:lnTo>
                <a:lnTo>
                  <a:pt x="145199" y="268185"/>
                </a:lnTo>
                <a:lnTo>
                  <a:pt x="154292" y="278739"/>
                </a:lnTo>
                <a:lnTo>
                  <a:pt x="101307" y="215277"/>
                </a:lnTo>
                <a:lnTo>
                  <a:pt x="81305" y="176479"/>
                </a:lnTo>
                <a:lnTo>
                  <a:pt x="81521" y="136893"/>
                </a:lnTo>
                <a:lnTo>
                  <a:pt x="99885" y="100076"/>
                </a:lnTo>
                <a:lnTo>
                  <a:pt x="134315" y="69583"/>
                </a:lnTo>
                <a:lnTo>
                  <a:pt x="177266" y="54343"/>
                </a:lnTo>
                <a:lnTo>
                  <a:pt x="226225" y="54495"/>
                </a:lnTo>
                <a:lnTo>
                  <a:pt x="271805" y="69850"/>
                </a:lnTo>
                <a:lnTo>
                  <a:pt x="304596" y="100241"/>
                </a:lnTo>
                <a:close/>
              </a:path>
              <a:path w="1109344" h="456565">
                <a:moveTo>
                  <a:pt x="305422" y="311188"/>
                </a:moveTo>
                <a:lnTo>
                  <a:pt x="294259" y="266306"/>
                </a:lnTo>
                <a:lnTo>
                  <a:pt x="264248" y="218440"/>
                </a:lnTo>
                <a:lnTo>
                  <a:pt x="193967" y="133921"/>
                </a:lnTo>
                <a:lnTo>
                  <a:pt x="198158" y="138811"/>
                </a:lnTo>
                <a:lnTo>
                  <a:pt x="190449" y="129527"/>
                </a:lnTo>
                <a:lnTo>
                  <a:pt x="181343" y="122389"/>
                </a:lnTo>
                <a:lnTo>
                  <a:pt x="170776" y="119811"/>
                </a:lnTo>
                <a:lnTo>
                  <a:pt x="159804" y="121577"/>
                </a:lnTo>
                <a:lnTo>
                  <a:pt x="149479" y="127495"/>
                </a:lnTo>
                <a:lnTo>
                  <a:pt x="141579" y="136588"/>
                </a:lnTo>
                <a:lnTo>
                  <a:pt x="137604" y="147180"/>
                </a:lnTo>
                <a:lnTo>
                  <a:pt x="138049" y="158191"/>
                </a:lnTo>
                <a:lnTo>
                  <a:pt x="143421" y="168516"/>
                </a:lnTo>
                <a:lnTo>
                  <a:pt x="204152" y="241287"/>
                </a:lnTo>
                <a:lnTo>
                  <a:pt x="224155" y="280098"/>
                </a:lnTo>
                <a:lnTo>
                  <a:pt x="223939" y="319684"/>
                </a:lnTo>
                <a:lnTo>
                  <a:pt x="205574" y="356501"/>
                </a:lnTo>
                <a:lnTo>
                  <a:pt x="171132" y="386981"/>
                </a:lnTo>
                <a:lnTo>
                  <a:pt x="128181" y="402221"/>
                </a:lnTo>
                <a:lnTo>
                  <a:pt x="79222" y="402069"/>
                </a:lnTo>
                <a:lnTo>
                  <a:pt x="33655" y="386715"/>
                </a:lnTo>
                <a:lnTo>
                  <a:pt x="863" y="356362"/>
                </a:lnTo>
                <a:lnTo>
                  <a:pt x="21717" y="395503"/>
                </a:lnTo>
                <a:lnTo>
                  <a:pt x="53873" y="426656"/>
                </a:lnTo>
                <a:lnTo>
                  <a:pt x="94996" y="447713"/>
                </a:lnTo>
                <a:lnTo>
                  <a:pt x="142798" y="456565"/>
                </a:lnTo>
                <a:lnTo>
                  <a:pt x="194945" y="451091"/>
                </a:lnTo>
                <a:lnTo>
                  <a:pt x="228117" y="438137"/>
                </a:lnTo>
                <a:lnTo>
                  <a:pt x="259080" y="416547"/>
                </a:lnTo>
                <a:lnTo>
                  <a:pt x="284505" y="387438"/>
                </a:lnTo>
                <a:lnTo>
                  <a:pt x="301066" y="351942"/>
                </a:lnTo>
                <a:lnTo>
                  <a:pt x="305422" y="311188"/>
                </a:lnTo>
                <a:close/>
              </a:path>
              <a:path w="1109344" h="456565">
                <a:moveTo>
                  <a:pt x="339382" y="367398"/>
                </a:moveTo>
                <a:lnTo>
                  <a:pt x="333603" y="358482"/>
                </a:lnTo>
                <a:lnTo>
                  <a:pt x="333514" y="358343"/>
                </a:lnTo>
                <a:lnTo>
                  <a:pt x="336562" y="358000"/>
                </a:lnTo>
                <a:lnTo>
                  <a:pt x="338886" y="356400"/>
                </a:lnTo>
                <a:lnTo>
                  <a:pt x="338886" y="355879"/>
                </a:lnTo>
                <a:lnTo>
                  <a:pt x="338886" y="349491"/>
                </a:lnTo>
                <a:lnTo>
                  <a:pt x="338886" y="348653"/>
                </a:lnTo>
                <a:lnTo>
                  <a:pt x="336473" y="346849"/>
                </a:lnTo>
                <a:lnTo>
                  <a:pt x="335927" y="346849"/>
                </a:lnTo>
                <a:lnTo>
                  <a:pt x="335927" y="350012"/>
                </a:lnTo>
                <a:lnTo>
                  <a:pt x="335584" y="350012"/>
                </a:lnTo>
                <a:lnTo>
                  <a:pt x="335584" y="355638"/>
                </a:lnTo>
                <a:lnTo>
                  <a:pt x="333248" y="355879"/>
                </a:lnTo>
                <a:lnTo>
                  <a:pt x="326834" y="355879"/>
                </a:lnTo>
                <a:lnTo>
                  <a:pt x="326834" y="349491"/>
                </a:lnTo>
                <a:lnTo>
                  <a:pt x="333248" y="349491"/>
                </a:lnTo>
                <a:lnTo>
                  <a:pt x="335927" y="350012"/>
                </a:lnTo>
                <a:lnTo>
                  <a:pt x="335927" y="346849"/>
                </a:lnTo>
                <a:lnTo>
                  <a:pt x="323723" y="346849"/>
                </a:lnTo>
                <a:lnTo>
                  <a:pt x="323723" y="367398"/>
                </a:lnTo>
                <a:lnTo>
                  <a:pt x="326859" y="367398"/>
                </a:lnTo>
                <a:lnTo>
                  <a:pt x="326859" y="358482"/>
                </a:lnTo>
                <a:lnTo>
                  <a:pt x="330428" y="358482"/>
                </a:lnTo>
                <a:lnTo>
                  <a:pt x="335864" y="367398"/>
                </a:lnTo>
                <a:lnTo>
                  <a:pt x="339382" y="367398"/>
                </a:lnTo>
                <a:close/>
              </a:path>
              <a:path w="1109344" h="456565">
                <a:moveTo>
                  <a:pt x="348716" y="346849"/>
                </a:moveTo>
                <a:lnTo>
                  <a:pt x="346024" y="344373"/>
                </a:lnTo>
                <a:lnTo>
                  <a:pt x="345147" y="343598"/>
                </a:lnTo>
                <a:lnTo>
                  <a:pt x="345147" y="348653"/>
                </a:lnTo>
                <a:lnTo>
                  <a:pt x="345033" y="365633"/>
                </a:lnTo>
                <a:lnTo>
                  <a:pt x="338721" y="371983"/>
                </a:lnTo>
                <a:lnTo>
                  <a:pt x="322554" y="371983"/>
                </a:lnTo>
                <a:lnTo>
                  <a:pt x="316052" y="365633"/>
                </a:lnTo>
                <a:lnTo>
                  <a:pt x="316052" y="348653"/>
                </a:lnTo>
                <a:lnTo>
                  <a:pt x="322440" y="342303"/>
                </a:lnTo>
                <a:lnTo>
                  <a:pt x="338836" y="342303"/>
                </a:lnTo>
                <a:lnTo>
                  <a:pt x="345147" y="348653"/>
                </a:lnTo>
                <a:lnTo>
                  <a:pt x="345147" y="343598"/>
                </a:lnTo>
                <a:lnTo>
                  <a:pt x="343687" y="342303"/>
                </a:lnTo>
                <a:lnTo>
                  <a:pt x="340347" y="339318"/>
                </a:lnTo>
                <a:lnTo>
                  <a:pt x="330631" y="339318"/>
                </a:lnTo>
                <a:lnTo>
                  <a:pt x="323684" y="340664"/>
                </a:lnTo>
                <a:lnTo>
                  <a:pt x="317893" y="344373"/>
                </a:lnTo>
                <a:lnTo>
                  <a:pt x="313918" y="350012"/>
                </a:lnTo>
                <a:lnTo>
                  <a:pt x="312445" y="357085"/>
                </a:lnTo>
                <a:lnTo>
                  <a:pt x="313905" y="364185"/>
                </a:lnTo>
                <a:lnTo>
                  <a:pt x="317855" y="369824"/>
                </a:lnTo>
                <a:lnTo>
                  <a:pt x="323646" y="373557"/>
                </a:lnTo>
                <a:lnTo>
                  <a:pt x="330631" y="374904"/>
                </a:lnTo>
                <a:lnTo>
                  <a:pt x="340347" y="374904"/>
                </a:lnTo>
                <a:lnTo>
                  <a:pt x="343598" y="371983"/>
                </a:lnTo>
                <a:lnTo>
                  <a:pt x="348716" y="367398"/>
                </a:lnTo>
                <a:lnTo>
                  <a:pt x="348716" y="346849"/>
                </a:lnTo>
                <a:close/>
              </a:path>
              <a:path w="1109344" h="456565">
                <a:moveTo>
                  <a:pt x="586105" y="269824"/>
                </a:moveTo>
                <a:lnTo>
                  <a:pt x="557453" y="209245"/>
                </a:lnTo>
                <a:lnTo>
                  <a:pt x="494080" y="184111"/>
                </a:lnTo>
                <a:lnTo>
                  <a:pt x="461543" y="176263"/>
                </a:lnTo>
                <a:lnTo>
                  <a:pt x="431914" y="167093"/>
                </a:lnTo>
                <a:lnTo>
                  <a:pt x="410362" y="153314"/>
                </a:lnTo>
                <a:lnTo>
                  <a:pt x="402018" y="131673"/>
                </a:lnTo>
                <a:lnTo>
                  <a:pt x="407479" y="112852"/>
                </a:lnTo>
                <a:lnTo>
                  <a:pt x="421551" y="101028"/>
                </a:lnTo>
                <a:lnTo>
                  <a:pt x="440842" y="94894"/>
                </a:lnTo>
                <a:lnTo>
                  <a:pt x="461924" y="93141"/>
                </a:lnTo>
                <a:lnTo>
                  <a:pt x="484568" y="95669"/>
                </a:lnTo>
                <a:lnTo>
                  <a:pt x="504837" y="104089"/>
                </a:lnTo>
                <a:lnTo>
                  <a:pt x="520001" y="119735"/>
                </a:lnTo>
                <a:lnTo>
                  <a:pt x="527304" y="143916"/>
                </a:lnTo>
                <a:lnTo>
                  <a:pt x="573608" y="143916"/>
                </a:lnTo>
                <a:lnTo>
                  <a:pt x="562686" y="98145"/>
                </a:lnTo>
                <a:lnTo>
                  <a:pt x="537718" y="69100"/>
                </a:lnTo>
                <a:lnTo>
                  <a:pt x="501827" y="53848"/>
                </a:lnTo>
                <a:lnTo>
                  <a:pt x="458127" y="49415"/>
                </a:lnTo>
                <a:lnTo>
                  <a:pt x="421030" y="54279"/>
                </a:lnTo>
                <a:lnTo>
                  <a:pt x="387197" y="69519"/>
                </a:lnTo>
                <a:lnTo>
                  <a:pt x="362546" y="96139"/>
                </a:lnTo>
                <a:lnTo>
                  <a:pt x="353021" y="135115"/>
                </a:lnTo>
                <a:lnTo>
                  <a:pt x="360972" y="171221"/>
                </a:lnTo>
                <a:lnTo>
                  <a:pt x="381889" y="195199"/>
                </a:lnTo>
                <a:lnTo>
                  <a:pt x="411378" y="210426"/>
                </a:lnTo>
                <a:lnTo>
                  <a:pt x="445046" y="220281"/>
                </a:lnTo>
                <a:lnTo>
                  <a:pt x="478955" y="228371"/>
                </a:lnTo>
                <a:lnTo>
                  <a:pt x="508431" y="238213"/>
                </a:lnTo>
                <a:lnTo>
                  <a:pt x="529221" y="253085"/>
                </a:lnTo>
                <a:lnTo>
                  <a:pt x="537095" y="276275"/>
                </a:lnTo>
                <a:lnTo>
                  <a:pt x="530517" y="299288"/>
                </a:lnTo>
                <a:lnTo>
                  <a:pt x="513880" y="312940"/>
                </a:lnTo>
                <a:lnTo>
                  <a:pt x="491820" y="319481"/>
                </a:lnTo>
                <a:lnTo>
                  <a:pt x="468998" y="321157"/>
                </a:lnTo>
                <a:lnTo>
                  <a:pt x="441325" y="318274"/>
                </a:lnTo>
                <a:lnTo>
                  <a:pt x="417474" y="308610"/>
                </a:lnTo>
                <a:lnTo>
                  <a:pt x="400469" y="290639"/>
                </a:lnTo>
                <a:lnTo>
                  <a:pt x="393306" y="262839"/>
                </a:lnTo>
                <a:lnTo>
                  <a:pt x="347027" y="262839"/>
                </a:lnTo>
                <a:lnTo>
                  <a:pt x="357924" y="310261"/>
                </a:lnTo>
                <a:lnTo>
                  <a:pt x="383971" y="341833"/>
                </a:lnTo>
                <a:lnTo>
                  <a:pt x="421373" y="359410"/>
                </a:lnTo>
                <a:lnTo>
                  <a:pt x="466293" y="364871"/>
                </a:lnTo>
                <a:lnTo>
                  <a:pt x="509143" y="360108"/>
                </a:lnTo>
                <a:lnTo>
                  <a:pt x="547649" y="344246"/>
                </a:lnTo>
                <a:lnTo>
                  <a:pt x="575424" y="314947"/>
                </a:lnTo>
                <a:lnTo>
                  <a:pt x="586105" y="269824"/>
                </a:lnTo>
                <a:close/>
              </a:path>
              <a:path w="1109344" h="456565">
                <a:moveTo>
                  <a:pt x="859586" y="318211"/>
                </a:moveTo>
                <a:lnTo>
                  <a:pt x="857846" y="318871"/>
                </a:lnTo>
                <a:lnTo>
                  <a:pt x="853541" y="320535"/>
                </a:lnTo>
                <a:lnTo>
                  <a:pt x="849185" y="321132"/>
                </a:lnTo>
                <a:lnTo>
                  <a:pt x="845375" y="321132"/>
                </a:lnTo>
                <a:lnTo>
                  <a:pt x="836866" y="319125"/>
                </a:lnTo>
                <a:lnTo>
                  <a:pt x="836218" y="318211"/>
                </a:lnTo>
                <a:lnTo>
                  <a:pt x="832510" y="312966"/>
                </a:lnTo>
                <a:lnTo>
                  <a:pt x="830897" y="302437"/>
                </a:lnTo>
                <a:lnTo>
                  <a:pt x="830668" y="287312"/>
                </a:lnTo>
                <a:lnTo>
                  <a:pt x="830668" y="202196"/>
                </a:lnTo>
                <a:lnTo>
                  <a:pt x="830668" y="132194"/>
                </a:lnTo>
                <a:lnTo>
                  <a:pt x="822083" y="93091"/>
                </a:lnTo>
                <a:lnTo>
                  <a:pt x="796848" y="64312"/>
                </a:lnTo>
                <a:lnTo>
                  <a:pt x="725043" y="49352"/>
                </a:lnTo>
                <a:lnTo>
                  <a:pt x="680351" y="54622"/>
                </a:lnTo>
                <a:lnTo>
                  <a:pt x="642924" y="71793"/>
                </a:lnTo>
                <a:lnTo>
                  <a:pt x="616724" y="102971"/>
                </a:lnTo>
                <a:lnTo>
                  <a:pt x="605751" y="150215"/>
                </a:lnTo>
                <a:lnTo>
                  <a:pt x="652018" y="150215"/>
                </a:lnTo>
                <a:lnTo>
                  <a:pt x="658418" y="122605"/>
                </a:lnTo>
                <a:lnTo>
                  <a:pt x="673290" y="105054"/>
                </a:lnTo>
                <a:lnTo>
                  <a:pt x="695096" y="95783"/>
                </a:lnTo>
                <a:lnTo>
                  <a:pt x="722312" y="93091"/>
                </a:lnTo>
                <a:lnTo>
                  <a:pt x="744512" y="94856"/>
                </a:lnTo>
                <a:lnTo>
                  <a:pt x="764667" y="101981"/>
                </a:lnTo>
                <a:lnTo>
                  <a:pt x="779297" y="117208"/>
                </a:lnTo>
                <a:lnTo>
                  <a:pt x="784948" y="143243"/>
                </a:lnTo>
                <a:lnTo>
                  <a:pt x="784364" y="144881"/>
                </a:lnTo>
                <a:lnTo>
                  <a:pt x="784364" y="202196"/>
                </a:lnTo>
                <a:lnTo>
                  <a:pt x="784364" y="252907"/>
                </a:lnTo>
                <a:lnTo>
                  <a:pt x="779500" y="275120"/>
                </a:lnTo>
                <a:lnTo>
                  <a:pt x="764209" y="297294"/>
                </a:lnTo>
                <a:lnTo>
                  <a:pt x="737489" y="314325"/>
                </a:lnTo>
                <a:lnTo>
                  <a:pt x="698296" y="321132"/>
                </a:lnTo>
                <a:lnTo>
                  <a:pt x="678459" y="318871"/>
                </a:lnTo>
                <a:lnTo>
                  <a:pt x="678014" y="318871"/>
                </a:lnTo>
                <a:lnTo>
                  <a:pt x="660463" y="311213"/>
                </a:lnTo>
                <a:lnTo>
                  <a:pt x="648385" y="297522"/>
                </a:lnTo>
                <a:lnTo>
                  <a:pt x="643851" y="276834"/>
                </a:lnTo>
                <a:lnTo>
                  <a:pt x="648411" y="253669"/>
                </a:lnTo>
                <a:lnTo>
                  <a:pt x="660742" y="238125"/>
                </a:lnTo>
                <a:lnTo>
                  <a:pt x="678776" y="228371"/>
                </a:lnTo>
                <a:lnTo>
                  <a:pt x="700506" y="222605"/>
                </a:lnTo>
                <a:lnTo>
                  <a:pt x="747356" y="215455"/>
                </a:lnTo>
                <a:lnTo>
                  <a:pt x="768057" y="210464"/>
                </a:lnTo>
                <a:lnTo>
                  <a:pt x="784364" y="202196"/>
                </a:lnTo>
                <a:lnTo>
                  <a:pt x="784364" y="144881"/>
                </a:lnTo>
                <a:lnTo>
                  <a:pt x="777341" y="164439"/>
                </a:lnTo>
                <a:lnTo>
                  <a:pt x="756767" y="175463"/>
                </a:lnTo>
                <a:lnTo>
                  <a:pt x="726605" y="181457"/>
                </a:lnTo>
                <a:lnTo>
                  <a:pt x="690194" y="187579"/>
                </a:lnTo>
                <a:lnTo>
                  <a:pt x="655091" y="196646"/>
                </a:lnTo>
                <a:lnTo>
                  <a:pt x="624586" y="212051"/>
                </a:lnTo>
                <a:lnTo>
                  <a:pt x="603059" y="238417"/>
                </a:lnTo>
                <a:lnTo>
                  <a:pt x="594906" y="280301"/>
                </a:lnTo>
                <a:lnTo>
                  <a:pt x="602132" y="318211"/>
                </a:lnTo>
                <a:lnTo>
                  <a:pt x="602259" y="318871"/>
                </a:lnTo>
                <a:lnTo>
                  <a:pt x="622261" y="345122"/>
                </a:lnTo>
                <a:lnTo>
                  <a:pt x="652056" y="360197"/>
                </a:lnTo>
                <a:lnTo>
                  <a:pt x="652564" y="360197"/>
                </a:lnTo>
                <a:lnTo>
                  <a:pt x="688009" y="364871"/>
                </a:lnTo>
                <a:lnTo>
                  <a:pt x="715581" y="362165"/>
                </a:lnTo>
                <a:lnTo>
                  <a:pt x="716165" y="362165"/>
                </a:lnTo>
                <a:lnTo>
                  <a:pt x="742657" y="353568"/>
                </a:lnTo>
                <a:lnTo>
                  <a:pt x="766343" y="339026"/>
                </a:lnTo>
                <a:lnTo>
                  <a:pt x="784212" y="321132"/>
                </a:lnTo>
                <a:lnTo>
                  <a:pt x="787120" y="318211"/>
                </a:lnTo>
                <a:lnTo>
                  <a:pt x="789851" y="339026"/>
                </a:lnTo>
                <a:lnTo>
                  <a:pt x="789889" y="339280"/>
                </a:lnTo>
                <a:lnTo>
                  <a:pt x="797648" y="353568"/>
                </a:lnTo>
                <a:lnTo>
                  <a:pt x="797763" y="353783"/>
                </a:lnTo>
                <a:lnTo>
                  <a:pt x="810145" y="362165"/>
                </a:lnTo>
                <a:lnTo>
                  <a:pt x="826389" y="364871"/>
                </a:lnTo>
                <a:lnTo>
                  <a:pt x="836625" y="364324"/>
                </a:lnTo>
                <a:lnTo>
                  <a:pt x="845426" y="362750"/>
                </a:lnTo>
                <a:lnTo>
                  <a:pt x="853020" y="360197"/>
                </a:lnTo>
                <a:lnTo>
                  <a:pt x="859586" y="356704"/>
                </a:lnTo>
                <a:lnTo>
                  <a:pt x="859586" y="321132"/>
                </a:lnTo>
                <a:lnTo>
                  <a:pt x="859586" y="318211"/>
                </a:lnTo>
                <a:close/>
              </a:path>
              <a:path w="1109344" h="456565">
                <a:moveTo>
                  <a:pt x="1095286" y="269824"/>
                </a:moveTo>
                <a:lnTo>
                  <a:pt x="1066622" y="209245"/>
                </a:lnTo>
                <a:lnTo>
                  <a:pt x="1003261" y="184111"/>
                </a:lnTo>
                <a:lnTo>
                  <a:pt x="970737" y="176263"/>
                </a:lnTo>
                <a:lnTo>
                  <a:pt x="941108" y="167093"/>
                </a:lnTo>
                <a:lnTo>
                  <a:pt x="919543" y="153314"/>
                </a:lnTo>
                <a:lnTo>
                  <a:pt x="911212" y="131673"/>
                </a:lnTo>
                <a:lnTo>
                  <a:pt x="916660" y="112852"/>
                </a:lnTo>
                <a:lnTo>
                  <a:pt x="930757" y="101028"/>
                </a:lnTo>
                <a:lnTo>
                  <a:pt x="950061" y="94894"/>
                </a:lnTo>
                <a:lnTo>
                  <a:pt x="971143" y="93141"/>
                </a:lnTo>
                <a:lnTo>
                  <a:pt x="993762" y="95669"/>
                </a:lnTo>
                <a:lnTo>
                  <a:pt x="1014031" y="104089"/>
                </a:lnTo>
                <a:lnTo>
                  <a:pt x="1029208" y="119735"/>
                </a:lnTo>
                <a:lnTo>
                  <a:pt x="1036510" y="143916"/>
                </a:lnTo>
                <a:lnTo>
                  <a:pt x="1082814" y="143916"/>
                </a:lnTo>
                <a:lnTo>
                  <a:pt x="1071892" y="98145"/>
                </a:lnTo>
                <a:lnTo>
                  <a:pt x="1046924" y="69100"/>
                </a:lnTo>
                <a:lnTo>
                  <a:pt x="1011034" y="53848"/>
                </a:lnTo>
                <a:lnTo>
                  <a:pt x="967333" y="49415"/>
                </a:lnTo>
                <a:lnTo>
                  <a:pt x="930211" y="54279"/>
                </a:lnTo>
                <a:lnTo>
                  <a:pt x="896366" y="69519"/>
                </a:lnTo>
                <a:lnTo>
                  <a:pt x="871728" y="96139"/>
                </a:lnTo>
                <a:lnTo>
                  <a:pt x="862203" y="135115"/>
                </a:lnTo>
                <a:lnTo>
                  <a:pt x="870153" y="171221"/>
                </a:lnTo>
                <a:lnTo>
                  <a:pt x="891057" y="195199"/>
                </a:lnTo>
                <a:lnTo>
                  <a:pt x="920546" y="210426"/>
                </a:lnTo>
                <a:lnTo>
                  <a:pt x="954227" y="220281"/>
                </a:lnTo>
                <a:lnTo>
                  <a:pt x="988148" y="228371"/>
                </a:lnTo>
                <a:lnTo>
                  <a:pt x="1017612" y="238213"/>
                </a:lnTo>
                <a:lnTo>
                  <a:pt x="1038402" y="253085"/>
                </a:lnTo>
                <a:lnTo>
                  <a:pt x="1046276" y="276275"/>
                </a:lnTo>
                <a:lnTo>
                  <a:pt x="1039698" y="299288"/>
                </a:lnTo>
                <a:lnTo>
                  <a:pt x="1023048" y="312940"/>
                </a:lnTo>
                <a:lnTo>
                  <a:pt x="1001001" y="319481"/>
                </a:lnTo>
                <a:lnTo>
                  <a:pt x="978179" y="321157"/>
                </a:lnTo>
                <a:lnTo>
                  <a:pt x="950493" y="318274"/>
                </a:lnTo>
                <a:lnTo>
                  <a:pt x="926630" y="308610"/>
                </a:lnTo>
                <a:lnTo>
                  <a:pt x="909624" y="290639"/>
                </a:lnTo>
                <a:lnTo>
                  <a:pt x="902512" y="262839"/>
                </a:lnTo>
                <a:lnTo>
                  <a:pt x="856183" y="262839"/>
                </a:lnTo>
                <a:lnTo>
                  <a:pt x="867079" y="310261"/>
                </a:lnTo>
                <a:lnTo>
                  <a:pt x="893152" y="341833"/>
                </a:lnTo>
                <a:lnTo>
                  <a:pt x="930554" y="359410"/>
                </a:lnTo>
                <a:lnTo>
                  <a:pt x="975474" y="364871"/>
                </a:lnTo>
                <a:lnTo>
                  <a:pt x="1018311" y="360108"/>
                </a:lnTo>
                <a:lnTo>
                  <a:pt x="1056817" y="344246"/>
                </a:lnTo>
                <a:lnTo>
                  <a:pt x="1084605" y="314947"/>
                </a:lnTo>
                <a:lnTo>
                  <a:pt x="1095286" y="269824"/>
                </a:lnTo>
                <a:close/>
              </a:path>
              <a:path w="1109344" h="456565">
                <a:moveTo>
                  <a:pt x="1099591" y="367398"/>
                </a:moveTo>
                <a:lnTo>
                  <a:pt x="1093812" y="358482"/>
                </a:lnTo>
                <a:lnTo>
                  <a:pt x="1093711" y="358343"/>
                </a:lnTo>
                <a:lnTo>
                  <a:pt x="1096733" y="358000"/>
                </a:lnTo>
                <a:lnTo>
                  <a:pt x="1099096" y="356400"/>
                </a:lnTo>
                <a:lnTo>
                  <a:pt x="1099096" y="355879"/>
                </a:lnTo>
                <a:lnTo>
                  <a:pt x="1099096" y="349491"/>
                </a:lnTo>
                <a:lnTo>
                  <a:pt x="1099096" y="348653"/>
                </a:lnTo>
                <a:lnTo>
                  <a:pt x="1096683" y="346849"/>
                </a:lnTo>
                <a:lnTo>
                  <a:pt x="1096137" y="346849"/>
                </a:lnTo>
                <a:lnTo>
                  <a:pt x="1096137" y="350012"/>
                </a:lnTo>
                <a:lnTo>
                  <a:pt x="1095781" y="350012"/>
                </a:lnTo>
                <a:lnTo>
                  <a:pt x="1095781" y="355638"/>
                </a:lnTo>
                <a:lnTo>
                  <a:pt x="1093431" y="355879"/>
                </a:lnTo>
                <a:lnTo>
                  <a:pt x="1087031" y="355879"/>
                </a:lnTo>
                <a:lnTo>
                  <a:pt x="1087031" y="349491"/>
                </a:lnTo>
                <a:lnTo>
                  <a:pt x="1093431" y="349491"/>
                </a:lnTo>
                <a:lnTo>
                  <a:pt x="1096137" y="350012"/>
                </a:lnTo>
                <a:lnTo>
                  <a:pt x="1096137" y="346849"/>
                </a:lnTo>
                <a:lnTo>
                  <a:pt x="1083919" y="346849"/>
                </a:lnTo>
                <a:lnTo>
                  <a:pt x="1083919" y="367398"/>
                </a:lnTo>
                <a:lnTo>
                  <a:pt x="1087031" y="367398"/>
                </a:lnTo>
                <a:lnTo>
                  <a:pt x="1087031" y="358482"/>
                </a:lnTo>
                <a:lnTo>
                  <a:pt x="1090612" y="358482"/>
                </a:lnTo>
                <a:lnTo>
                  <a:pt x="1096048" y="367398"/>
                </a:lnTo>
                <a:lnTo>
                  <a:pt x="1099591" y="367398"/>
                </a:lnTo>
                <a:close/>
              </a:path>
              <a:path w="1109344" h="456565">
                <a:moveTo>
                  <a:pt x="1108913" y="346849"/>
                </a:moveTo>
                <a:lnTo>
                  <a:pt x="1106220" y="344373"/>
                </a:lnTo>
                <a:lnTo>
                  <a:pt x="1105281" y="343547"/>
                </a:lnTo>
                <a:lnTo>
                  <a:pt x="1105281" y="348653"/>
                </a:lnTo>
                <a:lnTo>
                  <a:pt x="1105179" y="365633"/>
                </a:lnTo>
                <a:lnTo>
                  <a:pt x="1098892" y="371983"/>
                </a:lnTo>
                <a:lnTo>
                  <a:pt x="1082763" y="371983"/>
                </a:lnTo>
                <a:lnTo>
                  <a:pt x="1076248" y="365633"/>
                </a:lnTo>
                <a:lnTo>
                  <a:pt x="1076248" y="348653"/>
                </a:lnTo>
                <a:lnTo>
                  <a:pt x="1082636" y="342303"/>
                </a:lnTo>
                <a:lnTo>
                  <a:pt x="1099007" y="342303"/>
                </a:lnTo>
                <a:lnTo>
                  <a:pt x="1105281" y="348653"/>
                </a:lnTo>
                <a:lnTo>
                  <a:pt x="1105281" y="343547"/>
                </a:lnTo>
                <a:lnTo>
                  <a:pt x="1103896" y="342303"/>
                </a:lnTo>
                <a:lnTo>
                  <a:pt x="1100543" y="339318"/>
                </a:lnTo>
                <a:lnTo>
                  <a:pt x="1090815" y="339318"/>
                </a:lnTo>
                <a:lnTo>
                  <a:pt x="1083868" y="340664"/>
                </a:lnTo>
                <a:lnTo>
                  <a:pt x="1078077" y="344373"/>
                </a:lnTo>
                <a:lnTo>
                  <a:pt x="1074089" y="350012"/>
                </a:lnTo>
                <a:lnTo>
                  <a:pt x="1072616" y="357085"/>
                </a:lnTo>
                <a:lnTo>
                  <a:pt x="1074077" y="364185"/>
                </a:lnTo>
                <a:lnTo>
                  <a:pt x="1078026" y="369824"/>
                </a:lnTo>
                <a:lnTo>
                  <a:pt x="1083818" y="373557"/>
                </a:lnTo>
                <a:lnTo>
                  <a:pt x="1090815" y="374904"/>
                </a:lnTo>
                <a:lnTo>
                  <a:pt x="1100543" y="374904"/>
                </a:lnTo>
                <a:lnTo>
                  <a:pt x="1103807" y="371983"/>
                </a:lnTo>
                <a:lnTo>
                  <a:pt x="1108913" y="367398"/>
                </a:lnTo>
                <a:lnTo>
                  <a:pt x="1108913" y="3468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766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68410" y="8389366"/>
            <a:ext cx="1734185" cy="732155"/>
          </a:xfrm>
          <a:custGeom>
            <a:avLst/>
            <a:gdLst/>
            <a:ahLst/>
            <a:cxnLst/>
            <a:rect l="l" t="t" r="r" b="b"/>
            <a:pathLst>
              <a:path w="1734184" h="732154">
                <a:moveTo>
                  <a:pt x="553732" y="511429"/>
                </a:moveTo>
                <a:lnTo>
                  <a:pt x="547535" y="459130"/>
                </a:lnTo>
                <a:lnTo>
                  <a:pt x="530186" y="417322"/>
                </a:lnTo>
                <a:lnTo>
                  <a:pt x="503504" y="384492"/>
                </a:lnTo>
                <a:lnTo>
                  <a:pt x="469353" y="359117"/>
                </a:lnTo>
                <a:lnTo>
                  <a:pt x="429577" y="339686"/>
                </a:lnTo>
                <a:lnTo>
                  <a:pt x="386003" y="324688"/>
                </a:lnTo>
                <a:lnTo>
                  <a:pt x="340474" y="312623"/>
                </a:lnTo>
                <a:lnTo>
                  <a:pt x="290042" y="300355"/>
                </a:lnTo>
                <a:lnTo>
                  <a:pt x="240868" y="287947"/>
                </a:lnTo>
                <a:lnTo>
                  <a:pt x="196456" y="273088"/>
                </a:lnTo>
                <a:lnTo>
                  <a:pt x="160350" y="253504"/>
                </a:lnTo>
                <a:lnTo>
                  <a:pt x="136105" y="226860"/>
                </a:lnTo>
                <a:lnTo>
                  <a:pt x="127241" y="190881"/>
                </a:lnTo>
                <a:lnTo>
                  <a:pt x="139877" y="147447"/>
                </a:lnTo>
                <a:lnTo>
                  <a:pt x="172516" y="120027"/>
                </a:lnTo>
                <a:lnTo>
                  <a:pt x="217233" y="105702"/>
                </a:lnTo>
                <a:lnTo>
                  <a:pt x="266077" y="101561"/>
                </a:lnTo>
                <a:lnTo>
                  <a:pt x="308292" y="105283"/>
                </a:lnTo>
                <a:lnTo>
                  <a:pt x="347789" y="117424"/>
                </a:lnTo>
                <a:lnTo>
                  <a:pt x="381266" y="139522"/>
                </a:lnTo>
                <a:lnTo>
                  <a:pt x="405485" y="173113"/>
                </a:lnTo>
                <a:lnTo>
                  <a:pt x="417182" y="219697"/>
                </a:lnTo>
                <a:lnTo>
                  <a:pt x="524827" y="219697"/>
                </a:lnTo>
                <a:lnTo>
                  <a:pt x="517931" y="167208"/>
                </a:lnTo>
                <a:lnTo>
                  <a:pt x="503885" y="123126"/>
                </a:lnTo>
                <a:lnTo>
                  <a:pt x="483311" y="86868"/>
                </a:lnTo>
                <a:lnTo>
                  <a:pt x="456831" y="57823"/>
                </a:lnTo>
                <a:lnTo>
                  <a:pt x="425056" y="35407"/>
                </a:lnTo>
                <a:lnTo>
                  <a:pt x="388607" y="19024"/>
                </a:lnTo>
                <a:lnTo>
                  <a:pt x="348094" y="8051"/>
                </a:lnTo>
                <a:lnTo>
                  <a:pt x="304165" y="1917"/>
                </a:lnTo>
                <a:lnTo>
                  <a:pt x="257403" y="0"/>
                </a:lnTo>
                <a:lnTo>
                  <a:pt x="214134" y="2781"/>
                </a:lnTo>
                <a:lnTo>
                  <a:pt x="171132" y="11315"/>
                </a:lnTo>
                <a:lnTo>
                  <a:pt x="130098" y="25869"/>
                </a:lnTo>
                <a:lnTo>
                  <a:pt x="92722" y="46723"/>
                </a:lnTo>
                <a:lnTo>
                  <a:pt x="60706" y="74180"/>
                </a:lnTo>
                <a:lnTo>
                  <a:pt x="35737" y="108483"/>
                </a:lnTo>
                <a:lnTo>
                  <a:pt x="19519" y="149936"/>
                </a:lnTo>
                <a:lnTo>
                  <a:pt x="13741" y="198805"/>
                </a:lnTo>
                <a:lnTo>
                  <a:pt x="19977" y="250596"/>
                </a:lnTo>
                <a:lnTo>
                  <a:pt x="37426" y="292112"/>
                </a:lnTo>
                <a:lnTo>
                  <a:pt x="64211" y="324802"/>
                </a:lnTo>
                <a:lnTo>
                  <a:pt x="98463" y="350100"/>
                </a:lnTo>
                <a:lnTo>
                  <a:pt x="138264" y="369455"/>
                </a:lnTo>
                <a:lnTo>
                  <a:pt x="181762" y="384340"/>
                </a:lnTo>
                <a:lnTo>
                  <a:pt x="227050" y="396176"/>
                </a:lnTo>
                <a:lnTo>
                  <a:pt x="279984" y="408635"/>
                </a:lnTo>
                <a:lnTo>
                  <a:pt x="329882" y="421652"/>
                </a:lnTo>
                <a:lnTo>
                  <a:pt x="373799" y="437591"/>
                </a:lnTo>
                <a:lnTo>
                  <a:pt x="408787" y="458812"/>
                </a:lnTo>
                <a:lnTo>
                  <a:pt x="431939" y="487680"/>
                </a:lnTo>
                <a:lnTo>
                  <a:pt x="440309" y="526554"/>
                </a:lnTo>
                <a:lnTo>
                  <a:pt x="430288" y="571093"/>
                </a:lnTo>
                <a:lnTo>
                  <a:pt x="403923" y="601027"/>
                </a:lnTo>
                <a:lnTo>
                  <a:pt x="366725" y="619074"/>
                </a:lnTo>
                <a:lnTo>
                  <a:pt x="324243" y="627926"/>
                </a:lnTo>
                <a:lnTo>
                  <a:pt x="281978" y="630275"/>
                </a:lnTo>
                <a:lnTo>
                  <a:pt x="238620" y="627405"/>
                </a:lnTo>
                <a:lnTo>
                  <a:pt x="198183" y="618058"/>
                </a:lnTo>
                <a:lnTo>
                  <a:pt x="162737" y="601192"/>
                </a:lnTo>
                <a:lnTo>
                  <a:pt x="134353" y="575754"/>
                </a:lnTo>
                <a:lnTo>
                  <a:pt x="115087" y="540651"/>
                </a:lnTo>
                <a:lnTo>
                  <a:pt x="106997" y="494855"/>
                </a:lnTo>
                <a:lnTo>
                  <a:pt x="0" y="494855"/>
                </a:lnTo>
                <a:lnTo>
                  <a:pt x="6159" y="548703"/>
                </a:lnTo>
                <a:lnTo>
                  <a:pt x="20269" y="594779"/>
                </a:lnTo>
                <a:lnTo>
                  <a:pt x="41554" y="633450"/>
                </a:lnTo>
                <a:lnTo>
                  <a:pt x="69227" y="665124"/>
                </a:lnTo>
                <a:lnTo>
                  <a:pt x="102514" y="690168"/>
                </a:lnTo>
                <a:lnTo>
                  <a:pt x="140639" y="708990"/>
                </a:lnTo>
                <a:lnTo>
                  <a:pt x="182803" y="721944"/>
                </a:lnTo>
                <a:lnTo>
                  <a:pt x="228257" y="729437"/>
                </a:lnTo>
                <a:lnTo>
                  <a:pt x="276199" y="731850"/>
                </a:lnTo>
                <a:lnTo>
                  <a:pt x="320560" y="729767"/>
                </a:lnTo>
                <a:lnTo>
                  <a:pt x="364578" y="723201"/>
                </a:lnTo>
                <a:lnTo>
                  <a:pt x="406958" y="711682"/>
                </a:lnTo>
                <a:lnTo>
                  <a:pt x="446379" y="694715"/>
                </a:lnTo>
                <a:lnTo>
                  <a:pt x="481558" y="671817"/>
                </a:lnTo>
                <a:lnTo>
                  <a:pt x="511175" y="642531"/>
                </a:lnTo>
                <a:lnTo>
                  <a:pt x="533958" y="606348"/>
                </a:lnTo>
                <a:lnTo>
                  <a:pt x="548576" y="562813"/>
                </a:lnTo>
                <a:lnTo>
                  <a:pt x="553732" y="511429"/>
                </a:lnTo>
                <a:close/>
              </a:path>
              <a:path w="1734184" h="732154">
                <a:moveTo>
                  <a:pt x="1187043" y="623798"/>
                </a:moveTo>
                <a:lnTo>
                  <a:pt x="1177417" y="626935"/>
                </a:lnTo>
                <a:lnTo>
                  <a:pt x="1168933" y="628929"/>
                </a:lnTo>
                <a:lnTo>
                  <a:pt x="1161376" y="629983"/>
                </a:lnTo>
                <a:lnTo>
                  <a:pt x="1154569" y="630288"/>
                </a:lnTo>
                <a:lnTo>
                  <a:pt x="1134516" y="625614"/>
                </a:lnTo>
                <a:lnTo>
                  <a:pt x="1133208" y="623798"/>
                </a:lnTo>
                <a:lnTo>
                  <a:pt x="1124216" y="611276"/>
                </a:lnTo>
                <a:lnTo>
                  <a:pt x="1120419" y="586816"/>
                </a:lnTo>
                <a:lnTo>
                  <a:pt x="1119886" y="551764"/>
                </a:lnTo>
                <a:lnTo>
                  <a:pt x="1119886" y="354393"/>
                </a:lnTo>
                <a:lnTo>
                  <a:pt x="1119886" y="192328"/>
                </a:lnTo>
                <a:lnTo>
                  <a:pt x="1114183" y="137121"/>
                </a:lnTo>
                <a:lnTo>
                  <a:pt x="1098156" y="93294"/>
                </a:lnTo>
                <a:lnTo>
                  <a:pt x="1073429" y="59613"/>
                </a:lnTo>
                <a:lnTo>
                  <a:pt x="1041590" y="34848"/>
                </a:lnTo>
                <a:lnTo>
                  <a:pt x="1004277" y="17741"/>
                </a:lnTo>
                <a:lnTo>
                  <a:pt x="963079" y="7061"/>
                </a:lnTo>
                <a:lnTo>
                  <a:pt x="919619" y="1562"/>
                </a:lnTo>
                <a:lnTo>
                  <a:pt x="875499" y="0"/>
                </a:lnTo>
                <a:lnTo>
                  <a:pt x="827938" y="2336"/>
                </a:lnTo>
                <a:lnTo>
                  <a:pt x="782701" y="9626"/>
                </a:lnTo>
                <a:lnTo>
                  <a:pt x="740587" y="22275"/>
                </a:lnTo>
                <a:lnTo>
                  <a:pt x="702424" y="40703"/>
                </a:lnTo>
                <a:lnTo>
                  <a:pt x="669023" y="65341"/>
                </a:lnTo>
                <a:lnTo>
                  <a:pt x="641197" y="96570"/>
                </a:lnTo>
                <a:lnTo>
                  <a:pt x="619760" y="134835"/>
                </a:lnTo>
                <a:lnTo>
                  <a:pt x="605523" y="180543"/>
                </a:lnTo>
                <a:lnTo>
                  <a:pt x="599313" y="234099"/>
                </a:lnTo>
                <a:lnTo>
                  <a:pt x="706285" y="234099"/>
                </a:lnTo>
                <a:lnTo>
                  <a:pt x="716419" y="181038"/>
                </a:lnTo>
                <a:lnTo>
                  <a:pt x="739521" y="143268"/>
                </a:lnTo>
                <a:lnTo>
                  <a:pt x="773811" y="118757"/>
                </a:lnTo>
                <a:lnTo>
                  <a:pt x="817549" y="105537"/>
                </a:lnTo>
                <a:lnTo>
                  <a:pt x="868946" y="101561"/>
                </a:lnTo>
                <a:lnTo>
                  <a:pt x="910183" y="104089"/>
                </a:lnTo>
                <a:lnTo>
                  <a:pt x="949490" y="113804"/>
                </a:lnTo>
                <a:lnTo>
                  <a:pt x="982700" y="133934"/>
                </a:lnTo>
                <a:lnTo>
                  <a:pt x="1005687" y="167665"/>
                </a:lnTo>
                <a:lnTo>
                  <a:pt x="1014260" y="218249"/>
                </a:lnTo>
                <a:lnTo>
                  <a:pt x="1012825" y="224675"/>
                </a:lnTo>
                <a:lnTo>
                  <a:pt x="1012825" y="472528"/>
                </a:lnTo>
                <a:lnTo>
                  <a:pt x="992581" y="541604"/>
                </a:lnTo>
                <a:lnTo>
                  <a:pt x="966203" y="575170"/>
                </a:lnTo>
                <a:lnTo>
                  <a:pt x="928014" y="603465"/>
                </a:lnTo>
                <a:lnTo>
                  <a:pt x="877303" y="622998"/>
                </a:lnTo>
                <a:lnTo>
                  <a:pt x="813346" y="630288"/>
                </a:lnTo>
                <a:lnTo>
                  <a:pt x="766229" y="624928"/>
                </a:lnTo>
                <a:lnTo>
                  <a:pt x="726020" y="607415"/>
                </a:lnTo>
                <a:lnTo>
                  <a:pt x="698004" y="575576"/>
                </a:lnTo>
                <a:lnTo>
                  <a:pt x="687489" y="527278"/>
                </a:lnTo>
                <a:lnTo>
                  <a:pt x="698080" y="473760"/>
                </a:lnTo>
                <a:lnTo>
                  <a:pt x="726643" y="437870"/>
                </a:lnTo>
                <a:lnTo>
                  <a:pt x="768350" y="415340"/>
                </a:lnTo>
                <a:lnTo>
                  <a:pt x="818349" y="401942"/>
                </a:lnTo>
                <a:lnTo>
                  <a:pt x="927252" y="385191"/>
                </a:lnTo>
                <a:lnTo>
                  <a:pt x="975233" y="373570"/>
                </a:lnTo>
                <a:lnTo>
                  <a:pt x="1012812" y="354393"/>
                </a:lnTo>
                <a:lnTo>
                  <a:pt x="1012825" y="472528"/>
                </a:lnTo>
                <a:lnTo>
                  <a:pt x="1012825" y="224675"/>
                </a:lnTo>
                <a:lnTo>
                  <a:pt x="983640" y="277901"/>
                </a:lnTo>
                <a:lnTo>
                  <a:pt x="904189" y="302666"/>
                </a:lnTo>
                <a:lnTo>
                  <a:pt x="851979" y="310718"/>
                </a:lnTo>
                <a:lnTo>
                  <a:pt x="794550" y="320535"/>
                </a:lnTo>
                <a:lnTo>
                  <a:pt x="753313" y="329920"/>
                </a:lnTo>
                <a:lnTo>
                  <a:pt x="713422" y="341630"/>
                </a:lnTo>
                <a:lnTo>
                  <a:pt x="676173" y="357035"/>
                </a:lnTo>
                <a:lnTo>
                  <a:pt x="642823" y="377444"/>
                </a:lnTo>
                <a:lnTo>
                  <a:pt x="614654" y="404202"/>
                </a:lnTo>
                <a:lnTo>
                  <a:pt x="592963" y="438645"/>
                </a:lnTo>
                <a:lnTo>
                  <a:pt x="579005" y="482104"/>
                </a:lnTo>
                <a:lnTo>
                  <a:pt x="574065" y="535914"/>
                </a:lnTo>
                <a:lnTo>
                  <a:pt x="579780" y="590537"/>
                </a:lnTo>
                <a:lnTo>
                  <a:pt x="596023" y="635558"/>
                </a:lnTo>
                <a:lnTo>
                  <a:pt x="621512" y="671398"/>
                </a:lnTo>
                <a:lnTo>
                  <a:pt x="654913" y="698500"/>
                </a:lnTo>
                <a:lnTo>
                  <a:pt x="694905" y="717321"/>
                </a:lnTo>
                <a:lnTo>
                  <a:pt x="740194" y="728294"/>
                </a:lnTo>
                <a:lnTo>
                  <a:pt x="789444" y="731850"/>
                </a:lnTo>
                <a:lnTo>
                  <a:pt x="842632" y="727735"/>
                </a:lnTo>
                <a:lnTo>
                  <a:pt x="892644" y="715187"/>
                </a:lnTo>
                <a:lnTo>
                  <a:pt x="939063" y="693889"/>
                </a:lnTo>
                <a:lnTo>
                  <a:pt x="981443" y="663524"/>
                </a:lnTo>
                <a:lnTo>
                  <a:pt x="1013180" y="630288"/>
                </a:lnTo>
                <a:lnTo>
                  <a:pt x="1019378" y="623798"/>
                </a:lnTo>
                <a:lnTo>
                  <a:pt x="1025766" y="672592"/>
                </a:lnTo>
                <a:lnTo>
                  <a:pt x="1044016" y="706183"/>
                </a:lnTo>
                <a:lnTo>
                  <a:pt x="1072705" y="725601"/>
                </a:lnTo>
                <a:lnTo>
                  <a:pt x="1110437" y="731850"/>
                </a:lnTo>
                <a:lnTo>
                  <a:pt x="1134122" y="730643"/>
                </a:lnTo>
                <a:lnTo>
                  <a:pt x="1154455" y="727075"/>
                </a:lnTo>
                <a:lnTo>
                  <a:pt x="1171930" y="721207"/>
                </a:lnTo>
                <a:lnTo>
                  <a:pt x="1187043" y="713117"/>
                </a:lnTo>
                <a:lnTo>
                  <a:pt x="1187043" y="630288"/>
                </a:lnTo>
                <a:lnTo>
                  <a:pt x="1187043" y="623798"/>
                </a:lnTo>
                <a:close/>
              </a:path>
              <a:path w="1734184" h="732154">
                <a:moveTo>
                  <a:pt x="1733638" y="511429"/>
                </a:moveTo>
                <a:lnTo>
                  <a:pt x="1727441" y="459130"/>
                </a:lnTo>
                <a:lnTo>
                  <a:pt x="1710067" y="417322"/>
                </a:lnTo>
                <a:lnTo>
                  <a:pt x="1683385" y="384492"/>
                </a:lnTo>
                <a:lnTo>
                  <a:pt x="1649222" y="359117"/>
                </a:lnTo>
                <a:lnTo>
                  <a:pt x="1609432" y="339686"/>
                </a:lnTo>
                <a:lnTo>
                  <a:pt x="1565871" y="324688"/>
                </a:lnTo>
                <a:lnTo>
                  <a:pt x="1520380" y="312623"/>
                </a:lnTo>
                <a:lnTo>
                  <a:pt x="1469910" y="300355"/>
                </a:lnTo>
                <a:lnTo>
                  <a:pt x="1420723" y="287947"/>
                </a:lnTo>
                <a:lnTo>
                  <a:pt x="1376311" y="273088"/>
                </a:lnTo>
                <a:lnTo>
                  <a:pt x="1340218" y="253504"/>
                </a:lnTo>
                <a:lnTo>
                  <a:pt x="1315986" y="226860"/>
                </a:lnTo>
                <a:lnTo>
                  <a:pt x="1307122" y="190881"/>
                </a:lnTo>
                <a:lnTo>
                  <a:pt x="1319745" y="147447"/>
                </a:lnTo>
                <a:lnTo>
                  <a:pt x="1352359" y="120027"/>
                </a:lnTo>
                <a:lnTo>
                  <a:pt x="1397050" y="105702"/>
                </a:lnTo>
                <a:lnTo>
                  <a:pt x="1445882" y="101561"/>
                </a:lnTo>
                <a:lnTo>
                  <a:pt x="1487843" y="105283"/>
                </a:lnTo>
                <a:lnTo>
                  <a:pt x="1527302" y="117424"/>
                </a:lnTo>
                <a:lnTo>
                  <a:pt x="1560880" y="139522"/>
                </a:lnTo>
                <a:lnTo>
                  <a:pt x="1585239" y="173113"/>
                </a:lnTo>
                <a:lnTo>
                  <a:pt x="1596986" y="219697"/>
                </a:lnTo>
                <a:lnTo>
                  <a:pt x="1703959" y="219697"/>
                </a:lnTo>
                <a:lnTo>
                  <a:pt x="1697228" y="167208"/>
                </a:lnTo>
                <a:lnTo>
                  <a:pt x="1683270" y="123126"/>
                </a:lnTo>
                <a:lnTo>
                  <a:pt x="1662722" y="86868"/>
                </a:lnTo>
                <a:lnTo>
                  <a:pt x="1636204" y="57823"/>
                </a:lnTo>
                <a:lnTo>
                  <a:pt x="1604365" y="35407"/>
                </a:lnTo>
                <a:lnTo>
                  <a:pt x="1567840" y="19024"/>
                </a:lnTo>
                <a:lnTo>
                  <a:pt x="1527276" y="8051"/>
                </a:lnTo>
                <a:lnTo>
                  <a:pt x="1483296" y="1917"/>
                </a:lnTo>
                <a:lnTo>
                  <a:pt x="1436535" y="0"/>
                </a:lnTo>
                <a:lnTo>
                  <a:pt x="1393469" y="2781"/>
                </a:lnTo>
                <a:lnTo>
                  <a:pt x="1350568" y="11315"/>
                </a:lnTo>
                <a:lnTo>
                  <a:pt x="1309547" y="25869"/>
                </a:lnTo>
                <a:lnTo>
                  <a:pt x="1272120" y="46723"/>
                </a:lnTo>
                <a:lnTo>
                  <a:pt x="1240015" y="74180"/>
                </a:lnTo>
                <a:lnTo>
                  <a:pt x="1214945" y="108483"/>
                </a:lnTo>
                <a:lnTo>
                  <a:pt x="1198651" y="149936"/>
                </a:lnTo>
                <a:lnTo>
                  <a:pt x="1192834" y="198805"/>
                </a:lnTo>
                <a:lnTo>
                  <a:pt x="1199108" y="250596"/>
                </a:lnTo>
                <a:lnTo>
                  <a:pt x="1216647" y="292112"/>
                </a:lnTo>
                <a:lnTo>
                  <a:pt x="1243545" y="324802"/>
                </a:lnTo>
                <a:lnTo>
                  <a:pt x="1277848" y="350100"/>
                </a:lnTo>
                <a:lnTo>
                  <a:pt x="1317663" y="369455"/>
                </a:lnTo>
                <a:lnTo>
                  <a:pt x="1361046" y="384340"/>
                </a:lnTo>
                <a:lnTo>
                  <a:pt x="1406093" y="396176"/>
                </a:lnTo>
                <a:lnTo>
                  <a:pt x="1459306" y="408635"/>
                </a:lnTo>
                <a:lnTo>
                  <a:pt x="1509280" y="421652"/>
                </a:lnTo>
                <a:lnTo>
                  <a:pt x="1553171" y="437591"/>
                </a:lnTo>
                <a:lnTo>
                  <a:pt x="1588071" y="458812"/>
                </a:lnTo>
                <a:lnTo>
                  <a:pt x="1611122" y="487680"/>
                </a:lnTo>
                <a:lnTo>
                  <a:pt x="1619440" y="526554"/>
                </a:lnTo>
                <a:lnTo>
                  <a:pt x="1609509" y="571093"/>
                </a:lnTo>
                <a:lnTo>
                  <a:pt x="1583321" y="601027"/>
                </a:lnTo>
                <a:lnTo>
                  <a:pt x="1546339" y="619074"/>
                </a:lnTo>
                <a:lnTo>
                  <a:pt x="1504010" y="627926"/>
                </a:lnTo>
                <a:lnTo>
                  <a:pt x="1461782" y="630275"/>
                </a:lnTo>
                <a:lnTo>
                  <a:pt x="1418463" y="627405"/>
                </a:lnTo>
                <a:lnTo>
                  <a:pt x="1378051" y="618058"/>
                </a:lnTo>
                <a:lnTo>
                  <a:pt x="1342605" y="601192"/>
                </a:lnTo>
                <a:lnTo>
                  <a:pt x="1314221" y="575754"/>
                </a:lnTo>
                <a:lnTo>
                  <a:pt x="1294955" y="540651"/>
                </a:lnTo>
                <a:lnTo>
                  <a:pt x="1286878" y="494855"/>
                </a:lnTo>
                <a:lnTo>
                  <a:pt x="1179144" y="494855"/>
                </a:lnTo>
                <a:lnTo>
                  <a:pt x="1185506" y="548703"/>
                </a:lnTo>
                <a:lnTo>
                  <a:pt x="1199781" y="594779"/>
                </a:lnTo>
                <a:lnTo>
                  <a:pt x="1221181" y="633450"/>
                </a:lnTo>
                <a:lnTo>
                  <a:pt x="1248943" y="665124"/>
                </a:lnTo>
                <a:lnTo>
                  <a:pt x="1282280" y="690168"/>
                </a:lnTo>
                <a:lnTo>
                  <a:pt x="1320431" y="708990"/>
                </a:lnTo>
                <a:lnTo>
                  <a:pt x="1362621" y="721944"/>
                </a:lnTo>
                <a:lnTo>
                  <a:pt x="1408074" y="729437"/>
                </a:lnTo>
                <a:lnTo>
                  <a:pt x="1456004" y="731850"/>
                </a:lnTo>
                <a:lnTo>
                  <a:pt x="1500378" y="729767"/>
                </a:lnTo>
                <a:lnTo>
                  <a:pt x="1544396" y="723201"/>
                </a:lnTo>
                <a:lnTo>
                  <a:pt x="1586788" y="711682"/>
                </a:lnTo>
                <a:lnTo>
                  <a:pt x="1626235" y="694715"/>
                </a:lnTo>
                <a:lnTo>
                  <a:pt x="1661414" y="671817"/>
                </a:lnTo>
                <a:lnTo>
                  <a:pt x="1691055" y="642531"/>
                </a:lnTo>
                <a:lnTo>
                  <a:pt x="1713839" y="606348"/>
                </a:lnTo>
                <a:lnTo>
                  <a:pt x="1728470" y="562813"/>
                </a:lnTo>
                <a:lnTo>
                  <a:pt x="1733638" y="511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63560" y="8275167"/>
            <a:ext cx="708660" cy="1059180"/>
          </a:xfrm>
          <a:custGeom>
            <a:avLst/>
            <a:gdLst/>
            <a:ahLst/>
            <a:cxnLst/>
            <a:rect l="l" t="t" r="r" b="b"/>
            <a:pathLst>
              <a:path w="708659" h="1059179">
                <a:moveTo>
                  <a:pt x="705802" y="232333"/>
                </a:moveTo>
                <a:lnTo>
                  <a:pt x="689229" y="192557"/>
                </a:lnTo>
                <a:lnTo>
                  <a:pt x="667575" y="155536"/>
                </a:lnTo>
                <a:lnTo>
                  <a:pt x="641235" y="121640"/>
                </a:lnTo>
                <a:lnTo>
                  <a:pt x="610590" y="91186"/>
                </a:lnTo>
                <a:lnTo>
                  <a:pt x="576021" y="64516"/>
                </a:lnTo>
                <a:lnTo>
                  <a:pt x="537895" y="41986"/>
                </a:lnTo>
                <a:lnTo>
                  <a:pt x="496620" y="23926"/>
                </a:lnTo>
                <a:lnTo>
                  <a:pt x="452564" y="10680"/>
                </a:lnTo>
                <a:lnTo>
                  <a:pt x="406095" y="2590"/>
                </a:lnTo>
                <a:lnTo>
                  <a:pt x="357619" y="0"/>
                </a:lnTo>
                <a:lnTo>
                  <a:pt x="307505" y="3238"/>
                </a:lnTo>
                <a:lnTo>
                  <a:pt x="256120" y="12661"/>
                </a:lnTo>
                <a:lnTo>
                  <a:pt x="188798" y="37782"/>
                </a:lnTo>
                <a:lnTo>
                  <a:pt x="124714" y="78511"/>
                </a:lnTo>
                <a:lnTo>
                  <a:pt x="95478" y="104178"/>
                </a:lnTo>
                <a:lnTo>
                  <a:pt x="68986" y="133083"/>
                </a:lnTo>
                <a:lnTo>
                  <a:pt x="45872" y="165011"/>
                </a:lnTo>
                <a:lnTo>
                  <a:pt x="26771" y="199745"/>
                </a:lnTo>
                <a:lnTo>
                  <a:pt x="12331" y="237058"/>
                </a:lnTo>
                <a:lnTo>
                  <a:pt x="3200" y="276733"/>
                </a:lnTo>
                <a:lnTo>
                  <a:pt x="0" y="318554"/>
                </a:lnTo>
                <a:lnTo>
                  <a:pt x="3390" y="362305"/>
                </a:lnTo>
                <a:lnTo>
                  <a:pt x="14008" y="407758"/>
                </a:lnTo>
                <a:lnTo>
                  <a:pt x="32499" y="454698"/>
                </a:lnTo>
                <a:lnTo>
                  <a:pt x="59486" y="502907"/>
                </a:lnTo>
                <a:lnTo>
                  <a:pt x="95643" y="552157"/>
                </a:lnTo>
                <a:lnTo>
                  <a:pt x="251066" y="738720"/>
                </a:lnTo>
                <a:lnTo>
                  <a:pt x="226491" y="710628"/>
                </a:lnTo>
                <a:lnTo>
                  <a:pt x="263359" y="754557"/>
                </a:lnTo>
                <a:lnTo>
                  <a:pt x="284378" y="771258"/>
                </a:lnTo>
                <a:lnTo>
                  <a:pt x="308902" y="777341"/>
                </a:lnTo>
                <a:lnTo>
                  <a:pt x="334530" y="773303"/>
                </a:lnTo>
                <a:lnTo>
                  <a:pt x="358787" y="759612"/>
                </a:lnTo>
                <a:lnTo>
                  <a:pt x="376897" y="738568"/>
                </a:lnTo>
                <a:lnTo>
                  <a:pt x="385991" y="713955"/>
                </a:lnTo>
                <a:lnTo>
                  <a:pt x="384924" y="688390"/>
                </a:lnTo>
                <a:lnTo>
                  <a:pt x="372529" y="664514"/>
                </a:lnTo>
                <a:lnTo>
                  <a:pt x="337108" y="622020"/>
                </a:lnTo>
                <a:lnTo>
                  <a:pt x="358063" y="646506"/>
                </a:lnTo>
                <a:lnTo>
                  <a:pt x="275742" y="547827"/>
                </a:lnTo>
                <a:lnTo>
                  <a:pt x="235165" y="498856"/>
                </a:lnTo>
                <a:lnTo>
                  <a:pt x="208407" y="459778"/>
                </a:lnTo>
                <a:lnTo>
                  <a:pt x="191439" y="419404"/>
                </a:lnTo>
                <a:lnTo>
                  <a:pt x="183857" y="378447"/>
                </a:lnTo>
                <a:lnTo>
                  <a:pt x="185242" y="337629"/>
                </a:lnTo>
                <a:lnTo>
                  <a:pt x="195173" y="297688"/>
                </a:lnTo>
                <a:lnTo>
                  <a:pt x="213207" y="259334"/>
                </a:lnTo>
                <a:lnTo>
                  <a:pt x="238937" y="223278"/>
                </a:lnTo>
                <a:lnTo>
                  <a:pt x="271945" y="190271"/>
                </a:lnTo>
                <a:lnTo>
                  <a:pt x="311797" y="161023"/>
                </a:lnTo>
                <a:lnTo>
                  <a:pt x="352844" y="141033"/>
                </a:lnTo>
                <a:lnTo>
                  <a:pt x="399046" y="128092"/>
                </a:lnTo>
                <a:lnTo>
                  <a:pt x="448487" y="122199"/>
                </a:lnTo>
                <a:lnTo>
                  <a:pt x="499249" y="123278"/>
                </a:lnTo>
                <a:lnTo>
                  <a:pt x="549414" y="131330"/>
                </a:lnTo>
                <a:lnTo>
                  <a:pt x="597065" y="146291"/>
                </a:lnTo>
                <a:lnTo>
                  <a:pt x="640295" y="168135"/>
                </a:lnTo>
                <a:lnTo>
                  <a:pt x="677189" y="196824"/>
                </a:lnTo>
                <a:lnTo>
                  <a:pt x="705802" y="232333"/>
                </a:lnTo>
                <a:close/>
              </a:path>
              <a:path w="708659" h="1059179">
                <a:moveTo>
                  <a:pt x="708494" y="739876"/>
                </a:moveTo>
                <a:lnTo>
                  <a:pt x="705091" y="696201"/>
                </a:lnTo>
                <a:lnTo>
                  <a:pt x="694436" y="650836"/>
                </a:lnTo>
                <a:lnTo>
                  <a:pt x="675894" y="603986"/>
                </a:lnTo>
                <a:lnTo>
                  <a:pt x="648817" y="555891"/>
                </a:lnTo>
                <a:lnTo>
                  <a:pt x="612546" y="506768"/>
                </a:lnTo>
                <a:lnTo>
                  <a:pt x="449884" y="310845"/>
                </a:lnTo>
                <a:lnTo>
                  <a:pt x="459270" y="321652"/>
                </a:lnTo>
                <a:lnTo>
                  <a:pt x="450303" y="310845"/>
                </a:lnTo>
                <a:lnTo>
                  <a:pt x="441934" y="300761"/>
                </a:lnTo>
                <a:lnTo>
                  <a:pt x="420611" y="284073"/>
                </a:lnTo>
                <a:lnTo>
                  <a:pt x="396113" y="277977"/>
                </a:lnTo>
                <a:lnTo>
                  <a:pt x="370662" y="282016"/>
                </a:lnTo>
                <a:lnTo>
                  <a:pt x="346494" y="295719"/>
                </a:lnTo>
                <a:lnTo>
                  <a:pt x="328396" y="316750"/>
                </a:lnTo>
                <a:lnTo>
                  <a:pt x="319303" y="341363"/>
                </a:lnTo>
                <a:lnTo>
                  <a:pt x="320370" y="366928"/>
                </a:lnTo>
                <a:lnTo>
                  <a:pt x="332765" y="390804"/>
                </a:lnTo>
                <a:lnTo>
                  <a:pt x="335661" y="394398"/>
                </a:lnTo>
                <a:lnTo>
                  <a:pt x="340156" y="400164"/>
                </a:lnTo>
                <a:lnTo>
                  <a:pt x="340652" y="400939"/>
                </a:lnTo>
                <a:lnTo>
                  <a:pt x="473735" y="559358"/>
                </a:lnTo>
                <a:lnTo>
                  <a:pt x="500291" y="598639"/>
                </a:lnTo>
                <a:lnTo>
                  <a:pt x="517093" y="639178"/>
                </a:lnTo>
                <a:lnTo>
                  <a:pt x="524560" y="680237"/>
                </a:lnTo>
                <a:lnTo>
                  <a:pt x="523125" y="721106"/>
                </a:lnTo>
                <a:lnTo>
                  <a:pt x="513194" y="761047"/>
                </a:lnTo>
                <a:lnTo>
                  <a:pt x="495211" y="799350"/>
                </a:lnTo>
                <a:lnTo>
                  <a:pt x="469595" y="835291"/>
                </a:lnTo>
                <a:lnTo>
                  <a:pt x="436753" y="868146"/>
                </a:lnTo>
                <a:lnTo>
                  <a:pt x="397116" y="897178"/>
                </a:lnTo>
                <a:lnTo>
                  <a:pt x="355866" y="917384"/>
                </a:lnTo>
                <a:lnTo>
                  <a:pt x="309562" y="930478"/>
                </a:lnTo>
                <a:lnTo>
                  <a:pt x="260070" y="936510"/>
                </a:lnTo>
                <a:lnTo>
                  <a:pt x="209296" y="935507"/>
                </a:lnTo>
                <a:lnTo>
                  <a:pt x="159131" y="927531"/>
                </a:lnTo>
                <a:lnTo>
                  <a:pt x="111467" y="912609"/>
                </a:lnTo>
                <a:lnTo>
                  <a:pt x="68186" y="890778"/>
                </a:lnTo>
                <a:lnTo>
                  <a:pt x="31191" y="862088"/>
                </a:lnTo>
                <a:lnTo>
                  <a:pt x="2374" y="826592"/>
                </a:lnTo>
                <a:lnTo>
                  <a:pt x="18973" y="866241"/>
                </a:lnTo>
                <a:lnTo>
                  <a:pt x="40652" y="903185"/>
                </a:lnTo>
                <a:lnTo>
                  <a:pt x="67043" y="937082"/>
                </a:lnTo>
                <a:lnTo>
                  <a:pt x="97751" y="967562"/>
                </a:lnTo>
                <a:lnTo>
                  <a:pt x="132384" y="994270"/>
                </a:lnTo>
                <a:lnTo>
                  <a:pt x="170548" y="1016850"/>
                </a:lnTo>
                <a:lnTo>
                  <a:pt x="212153" y="1035062"/>
                </a:lnTo>
                <a:lnTo>
                  <a:pt x="212293" y="1035062"/>
                </a:lnTo>
                <a:lnTo>
                  <a:pt x="255943" y="1048181"/>
                </a:lnTo>
                <a:lnTo>
                  <a:pt x="302387" y="1056233"/>
                </a:lnTo>
                <a:lnTo>
                  <a:pt x="350812" y="1058710"/>
                </a:lnTo>
                <a:lnTo>
                  <a:pt x="400824" y="1055281"/>
                </a:lnTo>
                <a:lnTo>
                  <a:pt x="452043" y="1045578"/>
                </a:lnTo>
                <a:lnTo>
                  <a:pt x="519404" y="1020445"/>
                </a:lnTo>
                <a:lnTo>
                  <a:pt x="583565" y="979716"/>
                </a:lnTo>
                <a:lnTo>
                  <a:pt x="612838" y="954062"/>
                </a:lnTo>
                <a:lnTo>
                  <a:pt x="639381" y="925169"/>
                </a:lnTo>
                <a:lnTo>
                  <a:pt x="662533" y="893267"/>
                </a:lnTo>
                <a:lnTo>
                  <a:pt x="681672" y="858558"/>
                </a:lnTo>
                <a:lnTo>
                  <a:pt x="696137" y="821283"/>
                </a:lnTo>
                <a:lnTo>
                  <a:pt x="705294" y="781646"/>
                </a:lnTo>
                <a:lnTo>
                  <a:pt x="708494" y="7398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49242" y="9062136"/>
            <a:ext cx="83934" cy="821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88167" y="9062136"/>
            <a:ext cx="83867" cy="8211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85"/>
              <a:t>Copyright</a:t>
            </a:r>
            <a:r>
              <a:rPr spc="240"/>
              <a:t> </a:t>
            </a:r>
            <a:r>
              <a:rPr spc="165"/>
              <a:t>©</a:t>
            </a:r>
            <a:r>
              <a:rPr spc="175"/>
              <a:t> </a:t>
            </a:r>
            <a:r>
              <a:t>SAS</a:t>
            </a:r>
            <a:r>
              <a:rPr spc="204"/>
              <a:t> </a:t>
            </a:r>
            <a:r>
              <a:rPr spc="110"/>
              <a:t>Institute</a:t>
            </a:r>
            <a:r>
              <a:rPr spc="240"/>
              <a:t> </a:t>
            </a:r>
            <a:r>
              <a:rPr spc="50"/>
              <a:t>Inc.</a:t>
            </a:r>
            <a:r>
              <a:rPr spc="220"/>
              <a:t> </a:t>
            </a:r>
            <a:r>
              <a:rPr spc="114"/>
              <a:t>All</a:t>
            </a:r>
            <a:r>
              <a:rPr spc="210"/>
              <a:t> </a:t>
            </a:r>
            <a:r>
              <a:t>r</a:t>
            </a:r>
            <a:r>
              <a:rPr spc="-180"/>
              <a:t> </a:t>
            </a:r>
            <a:r>
              <a:rPr spc="80"/>
              <a:t>ights</a:t>
            </a:r>
            <a:r>
              <a:rPr spc="225"/>
              <a:t> </a:t>
            </a:r>
            <a:r>
              <a:rPr spc="55"/>
              <a:t>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397F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82444F35E4054190B7AEA344D8D900" ma:contentTypeVersion="25" ma:contentTypeDescription="Create a new document." ma:contentTypeScope="" ma:versionID="7e00ed2d557be8a86529b4aa452230bd">
  <xsd:schema xmlns:xsd="http://www.w3.org/2001/XMLSchema" xmlns:xs="http://www.w3.org/2001/XMLSchema" xmlns:p="http://schemas.microsoft.com/office/2006/metadata/properties" xmlns:ns1="http://schemas.microsoft.com/sharepoint/v3" xmlns:ns2="16bf3f7a-4534-4879-b223-a6f87a200504" xmlns:ns3="0b8ee37b-af45-43d7-9713-89d5481702a1" targetNamespace="http://schemas.microsoft.com/office/2006/metadata/properties" ma:root="true" ma:fieldsID="24c5972d11d6046921af54f495e199ee" ns1:_="" ns2:_="" ns3:_="">
    <xsd:import namespace="http://schemas.microsoft.com/sharepoint/v3"/>
    <xsd:import namespace="16bf3f7a-4534-4879-b223-a6f87a200504"/>
    <xsd:import namespace="0b8ee37b-af45-43d7-9713-89d5481702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Comme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Not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bf3f7a-4534-4879-b223-a6f87a2005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Comments" ma:index="20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fd0e135-c9ac-4e89-9c36-fb2929ad0f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8" nillable="true" ma:displayName="Notes" ma:format="Dropdown" ma:internalName="Notes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8ee37b-af45-43d7-9713-89d5481702a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661d162-ecd6-4e99-b6ba-d3e078960c7c}" ma:internalName="TaxCatchAll" ma:showField="CatchAllData" ma:web="0b8ee37b-af45-43d7-9713-89d5481702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32" ma:displayName="Author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 ma:index="27" ma:displayName="Sales Central Description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0b8ee37b-af45-43d7-9713-89d5481702a1" xsi:nil="true"/>
    <_ip_UnifiedCompliancePolicyProperties xmlns="http://schemas.microsoft.com/sharepoint/v3" xsi:nil="true"/>
    <Notes xmlns="16bf3f7a-4534-4879-b223-a6f87a200504" xsi:nil="true"/>
    <Comments xmlns="16bf3f7a-4534-4879-b223-a6f87a200504" xsi:nil="true"/>
    <lcf76f155ced4ddcb4097134ff3c332f xmlns="16bf3f7a-4534-4879-b223-a6f87a2005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4CA15E0-732F-417D-9AE9-EBDCA60C949F}">
  <ds:schemaRefs>
    <ds:schemaRef ds:uri="0b8ee37b-af45-43d7-9713-89d5481702a1"/>
    <ds:schemaRef ds:uri="16bf3f7a-4534-4879-b223-a6f87a2005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8B6E865-0A87-4E3D-8C34-C868EC97E6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BD0875-4691-4C82-B51C-7F72CF5B8BA2}">
  <ds:schemaRefs>
    <ds:schemaRef ds:uri="0b8ee37b-af45-43d7-9713-89d5481702a1"/>
    <ds:schemaRef ds:uri="16bf3f7a-4534-4879-b223-a6f87a200504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HOW TO SAVE AS A PDF</vt:lpstr>
      <vt:lpstr>HOW TO LOCATE ICONS</vt:lpstr>
      <vt:lpstr>HOW TO USE ICONS</vt:lpstr>
      <vt:lpstr>HOW TO USE SAS COLORS Please follow these guidelines when utilizing the color palette in your presentation.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John Vogt</dc:creator>
  <cp:revision>7</cp:revision>
  <dcterms:created xsi:type="dcterms:W3CDTF">2026-09-11T19:07:42Z</dcterms:created>
  <dcterms:modified xsi:type="dcterms:W3CDTF">2026-10-06T12:36:34Z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2026-09-11T00:00:00Z</vt:filetime>
  </property>
  <property fmtid="{D5CDD505-2E9C-101B-9397-08002B2CF9AE}" pid="5" name="MSIP_Label_e1c8c91a-c872-4000-818b-3383c70fafcf_Enabled">
    <vt:lpwstr>True</vt:lpwstr>
  </property>
  <property fmtid="{D5CDD505-2E9C-101B-9397-08002B2CF9AE}" pid="6" name="MSIP_Label_e1c8c91a-c872-4000-818b-3383c70fafcf_Method">
    <vt:lpwstr>Privileged</vt:lpwstr>
  </property>
  <property fmtid="{D5CDD505-2E9C-101B-9397-08002B2CF9AE}" pid="7" name="MSIP_Label_e1c8c91a-c872-4000-818b-3383c70fafcf_SiteId">
    <vt:lpwstr>b1c14d5c-3625-45b3-a430-9552373a0c2f</vt:lpwstr>
  </property>
  <property fmtid="{D5CDD505-2E9C-101B-9397-08002B2CF9AE}" pid="8" name="Producer">
    <vt:lpwstr>Microsoft® PowerPoint® for Microsoft 365</vt:lpwstr>
  </property>
  <property fmtid="{D5CDD505-2E9C-101B-9397-08002B2CF9AE}" pid="9" name="ContentTypeId">
    <vt:lpwstr>0x010100F482444F35E4054190B7AEA344D8D900</vt:lpwstr>
  </property>
  <property fmtid="{D5CDD505-2E9C-101B-9397-08002B2CF9AE}" pid="10" name="MediaServiceImageTags">
    <vt:lpwstr/>
  </property>
</Properties>
</file>